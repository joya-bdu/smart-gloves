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22"/>
  </p:notesMasterIdLst>
  <p:handoutMasterIdLst>
    <p:handoutMasterId r:id="rId23"/>
  </p:handoutMasterIdLst>
  <p:sldIdLst>
    <p:sldId id="274" r:id="rId5"/>
    <p:sldId id="261" r:id="rId6"/>
    <p:sldId id="264" r:id="rId7"/>
    <p:sldId id="317" r:id="rId8"/>
    <p:sldId id="316" r:id="rId9"/>
    <p:sldId id="315" r:id="rId10"/>
    <p:sldId id="314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18" r:id="rId20"/>
    <p:sldId id="2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39" autoAdjust="0"/>
  </p:normalViewPr>
  <p:slideViewPr>
    <p:cSldViewPr snapToGrid="0">
      <p:cViewPr varScale="1">
        <p:scale>
          <a:sx n="91" d="100"/>
          <a:sy n="91" d="100"/>
        </p:scale>
        <p:origin x="2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a Rani Saha" userId="833e78fcc64b5482" providerId="LiveId" clId="{9767DAA4-0019-4F78-AE52-C4EC684B2184}"/>
    <pc:docChg chg="modSld">
      <pc:chgData name="Joya Rani Saha" userId="833e78fcc64b5482" providerId="LiveId" clId="{9767DAA4-0019-4F78-AE52-C4EC684B2184}" dt="2026-09-14T10:38:53.306" v="1" actId="1038"/>
      <pc:docMkLst>
        <pc:docMk/>
      </pc:docMkLst>
      <pc:sldChg chg="modSp mod">
        <pc:chgData name="Joya Rani Saha" userId="833e78fcc64b5482" providerId="LiveId" clId="{9767DAA4-0019-4F78-AE52-C4EC684B2184}" dt="2026-09-14T10:38:53.306" v="1" actId="1038"/>
        <pc:sldMkLst>
          <pc:docMk/>
          <pc:sldMk cId="1452079077" sldId="319"/>
        </pc:sldMkLst>
        <pc:spChg chg="mod">
          <ac:chgData name="Joya Rani Saha" userId="833e78fcc64b5482" providerId="LiveId" clId="{9767DAA4-0019-4F78-AE52-C4EC684B2184}" dt="2026-09-14T10:38:53.306" v="1" actId="1038"/>
          <ac:spMkLst>
            <pc:docMk/>
            <pc:sldMk cId="1452079077" sldId="319"/>
            <ac:spMk id="44" creationId="{00000000-0000-0000-0000-000000000000}"/>
          </ac:spMkLst>
        </pc:spChg>
      </pc:sldChg>
      <pc:sldChg chg="modSp mod">
        <pc:chgData name="Joya Rani Saha" userId="833e78fcc64b5482" providerId="LiveId" clId="{9767DAA4-0019-4F78-AE52-C4EC684B2184}" dt="2026-08-22T17:04:16.356" v="0" actId="1038"/>
        <pc:sldMkLst>
          <pc:docMk/>
          <pc:sldMk cId="3275995524" sldId="322"/>
        </pc:sldMkLst>
        <pc:picChg chg="mod">
          <ac:chgData name="Joya Rani Saha" userId="833e78fcc64b5482" providerId="LiveId" clId="{9767DAA4-0019-4F78-AE52-C4EC684B2184}" dt="2026-08-22T17:04:16.356" v="0" actId="1038"/>
          <ac:picMkLst>
            <pc:docMk/>
            <pc:sldMk cId="3275995524" sldId="322"/>
            <ac:picMk id="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846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132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773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872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3294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78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9749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008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0762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8387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5771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530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7385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19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oT)</a:t>
            </a:r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 txBox="1">
            <a:spLocks/>
          </p:cNvSpPr>
          <p:nvPr/>
        </p:nvSpPr>
        <p:spPr>
          <a:xfrm>
            <a:off x="2418765" y="805147"/>
            <a:ext cx="7354469" cy="122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spc="-50" baseline="0">
                <a:solidFill>
                  <a:srgbClr val="FFFFFF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 err="1">
                <a:solidFill>
                  <a:srgbClr val="7030A0"/>
                </a:solidFill>
              </a:rPr>
              <a:t>HandNav</a:t>
            </a:r>
            <a:r>
              <a:rPr lang="en-US" sz="3800" dirty="0">
                <a:solidFill>
                  <a:srgbClr val="7030A0"/>
                </a:solidFill>
              </a:rPr>
              <a:t>: An </a:t>
            </a:r>
            <a:r>
              <a:rPr lang="en-US" sz="3800" dirty="0" err="1">
                <a:solidFill>
                  <a:srgbClr val="7030A0"/>
                </a:solidFill>
              </a:rPr>
              <a:t>IoT</a:t>
            </a:r>
            <a:r>
              <a:rPr lang="en-US" sz="3800" dirty="0">
                <a:solidFill>
                  <a:srgbClr val="7030A0"/>
                </a:solidFill>
              </a:rPr>
              <a:t>-Based Smart Navigation Glove for Visually Impaired People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5708" y="2450703"/>
            <a:ext cx="18473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sz="30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 txBox="1">
            <a:spLocks/>
          </p:cNvSpPr>
          <p:nvPr/>
        </p:nvSpPr>
        <p:spPr>
          <a:xfrm>
            <a:off x="2499777" y="2346741"/>
            <a:ext cx="7354469" cy="122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spc="-50" baseline="0">
                <a:solidFill>
                  <a:srgbClr val="FFFFFF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Joya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Rani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Saha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Rawnak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Mahzabin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Jyoti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Takia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Yasmin, </a:t>
            </a:r>
          </a:p>
          <a:p>
            <a:pPr algn="ctr"/>
            <a:endParaRPr lang="en-US" sz="144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Saurav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Chandra Das, Md.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Morshed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Ali and Md. </a:t>
            </a:r>
            <a:r>
              <a:rPr lang="en-US" sz="144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Torikur</a:t>
            </a:r>
            <a:r>
              <a:rPr lang="en-US" sz="14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Rahman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645" y="3959755"/>
            <a:ext cx="639674" cy="58867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58383" y="4080248"/>
            <a:ext cx="531673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55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5990" t="7962" r="2802" b="6570"/>
          <a:stretch/>
        </p:blipFill>
        <p:spPr>
          <a:xfrm>
            <a:off x="5127877" y="4017521"/>
            <a:ext cx="455926" cy="448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11165" t="7223" r="528" b="-596"/>
          <a:stretch/>
        </p:blipFill>
        <p:spPr>
          <a:xfrm>
            <a:off x="7325260" y="4028602"/>
            <a:ext cx="455926" cy="4639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81186" y="4099000"/>
            <a:ext cx="1327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Alert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1534" y="4080248"/>
            <a:ext cx="16398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Wearable device         </a:t>
            </a:r>
          </a:p>
        </p:txBody>
      </p:sp>
    </p:spTree>
    <p:extLst>
      <p:ext uri="{BB962C8B-B14F-4D97-AF65-F5344CB8AC3E}">
        <p14:creationId xmlns:p14="http://schemas.microsoft.com/office/powerpoint/2010/main" val="3145513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47" y="-402337"/>
            <a:ext cx="3338788" cy="2093975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90219" y="1341484"/>
            <a:ext cx="6204644" cy="2716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Visually impaired people face challenges in safe navigation.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Traditional assistive tools have limited functionality.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Real-time obstacle and hazard detection is essential for user safety.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technology enables smart wearable assistance.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HandNav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Smart Glove provides obstacle detection, fire detection, GPS tracking, and emergency alerts.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6" y="845819"/>
            <a:ext cx="4230144" cy="4098446"/>
          </a:xfrm>
          <a:prstGeom prst="rect">
            <a:avLst/>
          </a:prstGeom>
        </p:spPr>
      </p:pic>
      <p:sp>
        <p:nvSpPr>
          <p:cNvPr id="5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172184" y="165864"/>
            <a:ext cx="60096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</a:rPr>
              <a:t>Problem Statement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51" y="1043367"/>
            <a:ext cx="4164954" cy="4164954"/>
          </a:xfrm>
          <a:prstGeom prst="rect">
            <a:avLst/>
          </a:prstGeom>
        </p:spPr>
      </p:pic>
      <p:sp>
        <p:nvSpPr>
          <p:cNvPr id="8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24" y="1292148"/>
            <a:ext cx="6695290" cy="41415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99" y="4810073"/>
            <a:ext cx="4471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Fig. 1: Challenges Faced by Visually Impaired People</a:t>
            </a:r>
          </a:p>
        </p:txBody>
      </p:sp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904973" y="103955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973" y="299247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973" y="494539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90848" y="1653679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290845" y="3606600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0845" y="5559519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33836" y="239741"/>
            <a:ext cx="79461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  <a:cs typeface="Times New Roman" panose="02020603050405020304" pitchFamily="18" charset="0"/>
              </a:rPr>
              <a:t>Related Work- Navigation &amp; Obstacle Detection Focus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38728" y="1091235"/>
            <a:ext cx="101363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Hummadi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et al. (2024)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Real-time obstacle detection using ultrasonic sensors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 GPS tracking or emergency support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system integrates GPS tracking and emergency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8727" y="2992471"/>
            <a:ext cx="1013635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Rozali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et al. (2021)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Distance-based obstacle alerts for blind people</a:t>
            </a:r>
          </a:p>
          <a:p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</a:t>
            </a:r>
            <a:r>
              <a:rPr lang="en-US" sz="13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integration and location tracking</a:t>
            </a:r>
          </a:p>
          <a:p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system provides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connectivity and GPS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8727" y="4997075"/>
            <a:ext cx="101363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Ketcham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Ganokratanaa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(2023)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Obstacle detection with GPS location sharing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High system complexity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design is simpler and more affordable</a:t>
            </a:r>
          </a:p>
        </p:txBody>
      </p:sp>
      <p:sp>
        <p:nvSpPr>
          <p:cNvPr id="22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803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904973" y="103955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973" y="299247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973" y="4945392"/>
            <a:ext cx="10657846" cy="1411418"/>
          </a:xfrm>
          <a:prstGeom prst="roundRect">
            <a:avLst>
              <a:gd name="adj" fmla="val 8556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90848" y="1653679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290845" y="3606600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0845" y="5559519"/>
            <a:ext cx="1411418" cy="18316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2456" y="239741"/>
            <a:ext cx="71688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  <a:cs typeface="Times New Roman" panose="02020603050405020304" pitchFamily="18" charset="0"/>
              </a:rPr>
              <a:t>Related Work – Smart Glove &amp; Assistive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8727" y="4997075"/>
            <a:ext cx="101363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Beri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et al. (2024)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High-accuracy object recognition using Camera and CNN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High cost and power consumption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system is low-cost and energy 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8727" y="1097551"/>
            <a:ext cx="101363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Vijay et al. (2024)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-based smart glove for gesture communication</a:t>
            </a:r>
          </a:p>
          <a:p>
            <a:endParaRPr lang="en-US" sz="1000" b="1" dirty="0">
              <a:solidFill>
                <a:srgbClr val="FF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 navigation or obstacle detection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system focuses on navigation assistance and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8727" y="3044156"/>
            <a:ext cx="101363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Raj et al. (2022)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Healthcare monitoring and emergency communication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Not designed for navigation assistance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Our system combines navigation, safety, and emergency support</a:t>
            </a:r>
          </a:p>
        </p:txBody>
      </p:sp>
      <p:sp>
        <p:nvSpPr>
          <p:cNvPr id="15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8822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687263" y="200883"/>
            <a:ext cx="481747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Research Gap &amp; Our Contribution</a:t>
            </a:r>
          </a:p>
        </p:txBody>
      </p:sp>
      <p:sp>
        <p:nvSpPr>
          <p:cNvPr id="25" name="Shape 4"/>
          <p:cNvSpPr/>
          <p:nvPr/>
        </p:nvSpPr>
        <p:spPr>
          <a:xfrm>
            <a:off x="1609344" y="1897380"/>
            <a:ext cx="4258056" cy="3762756"/>
          </a:xfrm>
          <a:prstGeom prst="rect">
            <a:avLst/>
          </a:prstGeom>
          <a:solidFill>
            <a:srgbClr val="FFF3E0"/>
          </a:solidFill>
          <a:ln w="12700">
            <a:solidFill>
              <a:srgbClr val="FFC080"/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1609344" y="1888237"/>
            <a:ext cx="4258056" cy="4571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6"/>
          <p:cNvSpPr/>
          <p:nvPr/>
        </p:nvSpPr>
        <p:spPr>
          <a:xfrm>
            <a:off x="1935480" y="19888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Studies Lack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1935480" y="2382012"/>
            <a:ext cx="3840480" cy="3214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systems focus on a single functionality only.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and emergency support are often missing.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hazard detection is rarely integrated.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solutions are expensive and complex to implement.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monitoring for user safety.</a:t>
            </a:r>
            <a:endParaRPr lang="en-US" sz="1400" dirty="0"/>
          </a:p>
        </p:txBody>
      </p:sp>
      <p:sp>
        <p:nvSpPr>
          <p:cNvPr id="29" name="Shape 8"/>
          <p:cNvSpPr/>
          <p:nvPr/>
        </p:nvSpPr>
        <p:spPr>
          <a:xfrm>
            <a:off x="6141720" y="1897380"/>
            <a:ext cx="4657344" cy="3762756"/>
          </a:xfrm>
          <a:prstGeom prst="rect">
            <a:avLst/>
          </a:prstGeom>
          <a:solidFill>
            <a:srgbClr val="E8F5E9"/>
          </a:solidFill>
          <a:ln w="12700">
            <a:solidFill>
              <a:srgbClr val="80C880"/>
            </a:solidFill>
            <a:prstDash val="solid"/>
          </a:ln>
        </p:spPr>
      </p:sp>
      <p:sp>
        <p:nvSpPr>
          <p:cNvPr id="30" name="Shape 9"/>
          <p:cNvSpPr/>
          <p:nvPr/>
        </p:nvSpPr>
        <p:spPr>
          <a:xfrm>
            <a:off x="6141720" y="1897379"/>
            <a:ext cx="4657344" cy="4571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10"/>
          <p:cNvSpPr/>
          <p:nvPr/>
        </p:nvSpPr>
        <p:spPr>
          <a:xfrm>
            <a:off x="6278880" y="19888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Study CONTRIBUTES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6278880" y="2382012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obstacle detection using ultrasonic sensors.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hazard detection for enhanced safety.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location tracking and monitoring.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 system for quick assistance.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communication for real-time connectivity.</a:t>
            </a:r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and wearable design suitable for daily use.</a:t>
            </a:r>
            <a:endParaRPr lang="en-US" sz="1400" dirty="0"/>
          </a:p>
        </p:txBody>
      </p:sp>
      <p:sp>
        <p:nvSpPr>
          <p:cNvPr id="14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07373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Research Questions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58768" y="484632"/>
            <a:ext cx="40507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Research Questions</a:t>
            </a:r>
          </a:p>
        </p:txBody>
      </p:sp>
      <p:sp>
        <p:nvSpPr>
          <p:cNvPr id="24" name="Shape 4"/>
          <p:cNvSpPr/>
          <p:nvPr/>
        </p:nvSpPr>
        <p:spPr>
          <a:xfrm>
            <a:off x="731520" y="1261872"/>
            <a:ext cx="10707624" cy="11750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5"/>
          <p:cNvSpPr/>
          <p:nvPr/>
        </p:nvSpPr>
        <p:spPr>
          <a:xfrm>
            <a:off x="736332" y="1280160"/>
            <a:ext cx="1046748" cy="11567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6"/>
          <p:cNvSpPr/>
          <p:nvPr/>
        </p:nvSpPr>
        <p:spPr>
          <a:xfrm>
            <a:off x="781812" y="166649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RQ1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Text 7"/>
          <p:cNvSpPr/>
          <p:nvPr/>
        </p:nvSpPr>
        <p:spPr>
          <a:xfrm>
            <a:off x="2000132" y="1435608"/>
            <a:ext cx="76376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How can real-time obstacle detection improve the safety of visually impaired people?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Text 10"/>
          <p:cNvSpPr/>
          <p:nvPr/>
        </p:nvSpPr>
        <p:spPr>
          <a:xfrm>
            <a:off x="781812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RQ2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6576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RQ3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Shape 4"/>
          <p:cNvSpPr/>
          <p:nvPr/>
        </p:nvSpPr>
        <p:spPr>
          <a:xfrm>
            <a:off x="731520" y="2912364"/>
            <a:ext cx="10707624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4"/>
          <p:cNvSpPr/>
          <p:nvPr/>
        </p:nvSpPr>
        <p:spPr>
          <a:xfrm>
            <a:off x="731520" y="4396930"/>
            <a:ext cx="10707624" cy="1139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15"/>
          <p:cNvSpPr/>
          <p:nvPr/>
        </p:nvSpPr>
        <p:spPr>
          <a:xfrm>
            <a:off x="2000132" y="3167443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How can fire hazard detection and emergency alerts enhance user protection?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000132" y="4671632"/>
            <a:ext cx="80582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How can GPS tracking and </a:t>
            </a:r>
            <a:r>
              <a:rPr lang="en-US" sz="1600" kern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6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connectivity support independent navigation and monitoring?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Shape 5"/>
          <p:cNvSpPr/>
          <p:nvPr/>
        </p:nvSpPr>
        <p:spPr>
          <a:xfrm>
            <a:off x="731520" y="2912364"/>
            <a:ext cx="1051560" cy="1179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800100" y="33329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RQ2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Shape 5"/>
          <p:cNvSpPr/>
          <p:nvPr/>
        </p:nvSpPr>
        <p:spPr>
          <a:xfrm>
            <a:off x="733926" y="4413314"/>
            <a:ext cx="1046748" cy="1156716"/>
          </a:xfrm>
          <a:prstGeom prst="rect">
            <a:avLst/>
          </a:prstGeom>
          <a:solidFill>
            <a:srgbClr val="00B0F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6"/>
          <p:cNvSpPr/>
          <p:nvPr/>
        </p:nvSpPr>
        <p:spPr>
          <a:xfrm>
            <a:off x="790075" y="47914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RQ3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5347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hape 4"/>
          <p:cNvSpPr/>
          <p:nvPr/>
        </p:nvSpPr>
        <p:spPr>
          <a:xfrm>
            <a:off x="758197" y="1188717"/>
            <a:ext cx="4983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Text 6"/>
          <p:cNvSpPr/>
          <p:nvPr/>
        </p:nvSpPr>
        <p:spPr>
          <a:xfrm>
            <a:off x="946884" y="1289305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6" name="Shape 5"/>
          <p:cNvSpPr/>
          <p:nvPr/>
        </p:nvSpPr>
        <p:spPr>
          <a:xfrm flipV="1">
            <a:off x="749808" y="1184150"/>
            <a:ext cx="4983480" cy="45719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7"/>
          <p:cNvSpPr/>
          <p:nvPr/>
        </p:nvSpPr>
        <p:spPr>
          <a:xfrm>
            <a:off x="951456" y="1956816"/>
            <a:ext cx="4855464" cy="1207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real-time obstacle detection system</a:t>
            </a:r>
            <a:endParaRPr lang="en-US" sz="1500" dirty="0"/>
          </a:p>
        </p:txBody>
      </p:sp>
      <p:sp>
        <p:nvSpPr>
          <p:cNvPr id="48" name="Shape 4"/>
          <p:cNvSpPr/>
          <p:nvPr/>
        </p:nvSpPr>
        <p:spPr>
          <a:xfrm>
            <a:off x="749808" y="3835909"/>
            <a:ext cx="4983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Text 6"/>
          <p:cNvSpPr/>
          <p:nvPr/>
        </p:nvSpPr>
        <p:spPr>
          <a:xfrm>
            <a:off x="933168" y="3954781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>
              <a:solidFill>
                <a:srgbClr val="7030A0"/>
              </a:solidFill>
            </a:endParaRPr>
          </a:p>
        </p:txBody>
      </p:sp>
      <p:sp>
        <p:nvSpPr>
          <p:cNvPr id="50" name="Shape 5"/>
          <p:cNvSpPr/>
          <p:nvPr/>
        </p:nvSpPr>
        <p:spPr>
          <a:xfrm flipV="1">
            <a:off x="749808" y="3845051"/>
            <a:ext cx="4983480" cy="45719"/>
          </a:xfrm>
          <a:prstGeom prst="rect">
            <a:avLst/>
          </a:prstGeom>
          <a:solidFill>
            <a:srgbClr val="7030A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7"/>
          <p:cNvSpPr/>
          <p:nvPr/>
        </p:nvSpPr>
        <p:spPr>
          <a:xfrm>
            <a:off x="877824" y="4558285"/>
            <a:ext cx="4855464" cy="1207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fire hazard detection and alert mechanism</a:t>
            </a:r>
            <a:endParaRPr lang="en-US" sz="1500" dirty="0"/>
          </a:p>
        </p:txBody>
      </p:sp>
      <p:sp>
        <p:nvSpPr>
          <p:cNvPr id="52" name="Shape 4"/>
          <p:cNvSpPr/>
          <p:nvPr/>
        </p:nvSpPr>
        <p:spPr>
          <a:xfrm>
            <a:off x="6283452" y="1229861"/>
            <a:ext cx="4983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Text 6"/>
          <p:cNvSpPr/>
          <p:nvPr/>
        </p:nvSpPr>
        <p:spPr>
          <a:xfrm>
            <a:off x="6466812" y="1348733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rgbClr val="00B0F0"/>
              </a:solidFill>
            </a:endParaRPr>
          </a:p>
        </p:txBody>
      </p:sp>
      <p:sp>
        <p:nvSpPr>
          <p:cNvPr id="54" name="Shape 5"/>
          <p:cNvSpPr/>
          <p:nvPr/>
        </p:nvSpPr>
        <p:spPr>
          <a:xfrm flipV="1">
            <a:off x="6283452" y="1175004"/>
            <a:ext cx="4983480" cy="45719"/>
          </a:xfrm>
          <a:prstGeom prst="rect">
            <a:avLst/>
          </a:prstGeom>
          <a:solidFill>
            <a:srgbClr val="00B0F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7"/>
          <p:cNvSpPr/>
          <p:nvPr/>
        </p:nvSpPr>
        <p:spPr>
          <a:xfrm>
            <a:off x="6411468" y="1952237"/>
            <a:ext cx="4855464" cy="1207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GPS tracking and emergency assistance</a:t>
            </a:r>
            <a:endParaRPr lang="en-US" sz="1500" dirty="0"/>
          </a:p>
        </p:txBody>
      </p:sp>
      <p:sp>
        <p:nvSpPr>
          <p:cNvPr id="56" name="Shape 4"/>
          <p:cNvSpPr/>
          <p:nvPr/>
        </p:nvSpPr>
        <p:spPr>
          <a:xfrm>
            <a:off x="6283452" y="3854193"/>
            <a:ext cx="49834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Text 6"/>
          <p:cNvSpPr/>
          <p:nvPr/>
        </p:nvSpPr>
        <p:spPr>
          <a:xfrm>
            <a:off x="6466812" y="3973065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58" name="Shape 5"/>
          <p:cNvSpPr/>
          <p:nvPr/>
        </p:nvSpPr>
        <p:spPr>
          <a:xfrm flipV="1">
            <a:off x="6283452" y="3840480"/>
            <a:ext cx="4983480" cy="45719"/>
          </a:xfrm>
          <a:prstGeom prst="rect">
            <a:avLst/>
          </a:prstGeom>
          <a:solidFill>
            <a:srgbClr val="00800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7"/>
          <p:cNvSpPr/>
          <p:nvPr/>
        </p:nvSpPr>
        <p:spPr>
          <a:xfrm>
            <a:off x="6411468" y="4576569"/>
            <a:ext cx="4855464" cy="1207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safety and independent navigation for visually impaired users</a:t>
            </a:r>
            <a:endParaRPr lang="en-US" sz="1500" dirty="0"/>
          </a:p>
        </p:txBody>
      </p:sp>
      <p:sp>
        <p:nvSpPr>
          <p:cNvPr id="2" name="TextBox 1"/>
          <p:cNvSpPr txBox="1"/>
          <p:nvPr/>
        </p:nvSpPr>
        <p:spPr>
          <a:xfrm>
            <a:off x="4317492" y="291929"/>
            <a:ext cx="3557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6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22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207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/>
          <a:srcRect t="14897" r="16"/>
          <a:stretch/>
        </p:blipFill>
        <p:spPr>
          <a:xfrm>
            <a:off x="1446276" y="1252728"/>
            <a:ext cx="9297924" cy="5276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98504" y="329184"/>
            <a:ext cx="35570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6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Outcomes &amp; Impact</a:t>
            </a:r>
            <a:endParaRPr lang="en-US" dirty="0"/>
          </a:p>
        </p:txBody>
      </p:sp>
      <p:sp>
        <p:nvSpPr>
          <p:cNvPr id="7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601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498848" y="237744"/>
            <a:ext cx="32552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System 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022" y="1728216"/>
            <a:ext cx="7431956" cy="3673125"/>
          </a:xfrm>
          <a:prstGeom prst="rect">
            <a:avLst/>
          </a:prstGeom>
        </p:spPr>
      </p:pic>
      <p:sp>
        <p:nvSpPr>
          <p:cNvPr id="7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90708" y="5532165"/>
            <a:ext cx="4471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Fig. 2: System Architecture of the Smart Glove</a:t>
            </a:r>
          </a:p>
        </p:txBody>
      </p:sp>
    </p:spTree>
    <p:extLst>
      <p:ext uri="{BB962C8B-B14F-4D97-AF65-F5344CB8AC3E}">
        <p14:creationId xmlns:p14="http://schemas.microsoft.com/office/powerpoint/2010/main" val="302948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233672" y="347472"/>
            <a:ext cx="3456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Methodology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859" y="2120001"/>
            <a:ext cx="9519059" cy="3349519"/>
          </a:xfrm>
          <a:prstGeom prst="rect">
            <a:avLst/>
          </a:prstGeom>
        </p:spPr>
      </p:pic>
      <p:sp>
        <p:nvSpPr>
          <p:cNvPr id="7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6116" y="5538251"/>
            <a:ext cx="5015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Fig. 3: Overall Methodology of the Proposed Smart Glove System</a:t>
            </a:r>
          </a:p>
        </p:txBody>
      </p:sp>
    </p:spTree>
    <p:extLst>
      <p:ext uri="{BB962C8B-B14F-4D97-AF65-F5344CB8AC3E}">
        <p14:creationId xmlns:p14="http://schemas.microsoft.com/office/powerpoint/2010/main" val="3275995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Component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87368" y="502920"/>
            <a:ext cx="41422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3354"/>
            <a:ext cx="2788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Hardware Components: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4930" y="2346647"/>
            <a:ext cx="2825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Arduino</a:t>
            </a:r>
            <a:r>
              <a:rPr lang="en-US" dirty="0"/>
              <a:t> UNO</a:t>
            </a:r>
          </a:p>
          <a:p>
            <a:endParaRPr lang="en-US" sz="900" dirty="0"/>
          </a:p>
          <a:p>
            <a:r>
              <a:rPr lang="en-US" dirty="0"/>
              <a:t>Ultrasonic Sensor</a:t>
            </a:r>
          </a:p>
          <a:p>
            <a:endParaRPr lang="en-US" sz="900" dirty="0"/>
          </a:p>
          <a:p>
            <a:r>
              <a:rPr lang="en-US" dirty="0"/>
              <a:t>Flame Sensor</a:t>
            </a:r>
          </a:p>
          <a:p>
            <a:endParaRPr lang="en-US" sz="900" dirty="0"/>
          </a:p>
          <a:p>
            <a:r>
              <a:rPr lang="en-US" dirty="0"/>
              <a:t>GPS Module</a:t>
            </a:r>
          </a:p>
          <a:p>
            <a:endParaRPr lang="en-US" sz="900" dirty="0"/>
          </a:p>
          <a:p>
            <a:r>
              <a:rPr lang="en-US" dirty="0"/>
              <a:t>Bluetooth Module</a:t>
            </a:r>
          </a:p>
          <a:p>
            <a:endParaRPr lang="en-US" sz="900" dirty="0"/>
          </a:p>
          <a:p>
            <a:r>
              <a:rPr lang="en-US" dirty="0"/>
              <a:t>Buzzer</a:t>
            </a:r>
          </a:p>
          <a:p>
            <a:endParaRPr lang="en-US" sz="900" dirty="0"/>
          </a:p>
          <a:p>
            <a:r>
              <a:rPr lang="en-US" dirty="0"/>
              <a:t>Emergency Button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693354"/>
            <a:ext cx="2636711" cy="3515615"/>
          </a:xfrm>
          <a:prstGeom prst="rect">
            <a:avLst/>
          </a:prstGeom>
        </p:spPr>
      </p:pic>
      <p:sp>
        <p:nvSpPr>
          <p:cNvPr id="9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Google Shape;846;p48"/>
          <p:cNvSpPr/>
          <p:nvPr/>
        </p:nvSpPr>
        <p:spPr>
          <a:xfrm>
            <a:off x="1159341" y="2788057"/>
            <a:ext cx="332491" cy="330651"/>
          </a:xfrm>
          <a:custGeom>
            <a:avLst/>
            <a:gdLst/>
            <a:ahLst/>
            <a:cxnLst/>
            <a:rect l="l" t="t" r="r" b="b"/>
            <a:pathLst>
              <a:path w="17301" h="17228" extrusionOk="0">
                <a:moveTo>
                  <a:pt x="9295" y="4842"/>
                </a:moveTo>
                <a:lnTo>
                  <a:pt x="9514" y="4891"/>
                </a:lnTo>
                <a:lnTo>
                  <a:pt x="9758" y="4964"/>
                </a:lnTo>
                <a:lnTo>
                  <a:pt x="9539" y="5256"/>
                </a:lnTo>
                <a:lnTo>
                  <a:pt x="9368" y="5548"/>
                </a:lnTo>
                <a:lnTo>
                  <a:pt x="9198" y="5499"/>
                </a:lnTo>
                <a:lnTo>
                  <a:pt x="9174" y="5426"/>
                </a:lnTo>
                <a:lnTo>
                  <a:pt x="9271" y="4940"/>
                </a:lnTo>
                <a:lnTo>
                  <a:pt x="9295" y="4842"/>
                </a:lnTo>
                <a:close/>
                <a:moveTo>
                  <a:pt x="8784" y="4769"/>
                </a:moveTo>
                <a:lnTo>
                  <a:pt x="8882" y="4794"/>
                </a:lnTo>
                <a:lnTo>
                  <a:pt x="8857" y="4891"/>
                </a:lnTo>
                <a:lnTo>
                  <a:pt x="8784" y="5159"/>
                </a:lnTo>
                <a:lnTo>
                  <a:pt x="8736" y="5426"/>
                </a:lnTo>
                <a:lnTo>
                  <a:pt x="8468" y="5426"/>
                </a:lnTo>
                <a:lnTo>
                  <a:pt x="8468" y="5329"/>
                </a:lnTo>
                <a:lnTo>
                  <a:pt x="8419" y="5134"/>
                </a:lnTo>
                <a:lnTo>
                  <a:pt x="8346" y="4964"/>
                </a:lnTo>
                <a:lnTo>
                  <a:pt x="8322" y="4915"/>
                </a:lnTo>
                <a:lnTo>
                  <a:pt x="8249" y="4915"/>
                </a:lnTo>
                <a:lnTo>
                  <a:pt x="8225" y="4940"/>
                </a:lnTo>
                <a:lnTo>
                  <a:pt x="8200" y="4988"/>
                </a:lnTo>
                <a:lnTo>
                  <a:pt x="8200" y="5183"/>
                </a:lnTo>
                <a:lnTo>
                  <a:pt x="8176" y="5378"/>
                </a:lnTo>
                <a:lnTo>
                  <a:pt x="8176" y="5451"/>
                </a:lnTo>
                <a:lnTo>
                  <a:pt x="7957" y="5499"/>
                </a:lnTo>
                <a:lnTo>
                  <a:pt x="7738" y="5597"/>
                </a:lnTo>
                <a:lnTo>
                  <a:pt x="7714" y="5548"/>
                </a:lnTo>
                <a:lnTo>
                  <a:pt x="7641" y="5378"/>
                </a:lnTo>
                <a:lnTo>
                  <a:pt x="7568" y="5207"/>
                </a:lnTo>
                <a:lnTo>
                  <a:pt x="7471" y="5110"/>
                </a:lnTo>
                <a:lnTo>
                  <a:pt x="7373" y="5013"/>
                </a:lnTo>
                <a:lnTo>
                  <a:pt x="7349" y="4988"/>
                </a:lnTo>
                <a:lnTo>
                  <a:pt x="7568" y="4891"/>
                </a:lnTo>
                <a:lnTo>
                  <a:pt x="7641" y="4964"/>
                </a:lnTo>
                <a:lnTo>
                  <a:pt x="7738" y="5013"/>
                </a:lnTo>
                <a:lnTo>
                  <a:pt x="7836" y="5037"/>
                </a:lnTo>
                <a:lnTo>
                  <a:pt x="7933" y="5013"/>
                </a:lnTo>
                <a:lnTo>
                  <a:pt x="8127" y="4915"/>
                </a:lnTo>
                <a:lnTo>
                  <a:pt x="8298" y="4842"/>
                </a:lnTo>
                <a:lnTo>
                  <a:pt x="8492" y="4818"/>
                </a:lnTo>
                <a:lnTo>
                  <a:pt x="8663" y="4794"/>
                </a:lnTo>
                <a:lnTo>
                  <a:pt x="8711" y="4794"/>
                </a:lnTo>
                <a:lnTo>
                  <a:pt x="8784" y="4769"/>
                </a:lnTo>
                <a:close/>
                <a:moveTo>
                  <a:pt x="9879" y="5013"/>
                </a:moveTo>
                <a:lnTo>
                  <a:pt x="10147" y="5159"/>
                </a:lnTo>
                <a:lnTo>
                  <a:pt x="10415" y="5305"/>
                </a:lnTo>
                <a:lnTo>
                  <a:pt x="10196" y="5524"/>
                </a:lnTo>
                <a:lnTo>
                  <a:pt x="9977" y="5743"/>
                </a:lnTo>
                <a:lnTo>
                  <a:pt x="9977" y="5767"/>
                </a:lnTo>
                <a:lnTo>
                  <a:pt x="9928" y="5743"/>
                </a:lnTo>
                <a:lnTo>
                  <a:pt x="9685" y="5645"/>
                </a:lnTo>
                <a:lnTo>
                  <a:pt x="9879" y="5013"/>
                </a:lnTo>
                <a:close/>
                <a:moveTo>
                  <a:pt x="7300" y="5013"/>
                </a:moveTo>
                <a:lnTo>
                  <a:pt x="7300" y="5037"/>
                </a:lnTo>
                <a:lnTo>
                  <a:pt x="7325" y="5183"/>
                </a:lnTo>
                <a:lnTo>
                  <a:pt x="7325" y="5305"/>
                </a:lnTo>
                <a:lnTo>
                  <a:pt x="7373" y="5499"/>
                </a:lnTo>
                <a:lnTo>
                  <a:pt x="7446" y="5670"/>
                </a:lnTo>
                <a:lnTo>
                  <a:pt x="7446" y="5718"/>
                </a:lnTo>
                <a:lnTo>
                  <a:pt x="7203" y="5791"/>
                </a:lnTo>
                <a:lnTo>
                  <a:pt x="7081" y="5524"/>
                </a:lnTo>
                <a:lnTo>
                  <a:pt x="6935" y="5232"/>
                </a:lnTo>
                <a:lnTo>
                  <a:pt x="7106" y="5134"/>
                </a:lnTo>
                <a:lnTo>
                  <a:pt x="7300" y="5013"/>
                </a:lnTo>
                <a:close/>
                <a:moveTo>
                  <a:pt x="10707" y="5475"/>
                </a:moveTo>
                <a:lnTo>
                  <a:pt x="11193" y="5816"/>
                </a:lnTo>
                <a:lnTo>
                  <a:pt x="10999" y="5913"/>
                </a:lnTo>
                <a:lnTo>
                  <a:pt x="10780" y="6010"/>
                </a:lnTo>
                <a:lnTo>
                  <a:pt x="10585" y="6108"/>
                </a:lnTo>
                <a:lnTo>
                  <a:pt x="10390" y="5986"/>
                </a:lnTo>
                <a:lnTo>
                  <a:pt x="10171" y="5864"/>
                </a:lnTo>
                <a:lnTo>
                  <a:pt x="10512" y="5621"/>
                </a:lnTo>
                <a:lnTo>
                  <a:pt x="10707" y="5475"/>
                </a:lnTo>
                <a:close/>
                <a:moveTo>
                  <a:pt x="6692" y="5426"/>
                </a:moveTo>
                <a:lnTo>
                  <a:pt x="6716" y="5572"/>
                </a:lnTo>
                <a:lnTo>
                  <a:pt x="6741" y="5718"/>
                </a:lnTo>
                <a:lnTo>
                  <a:pt x="6838" y="5986"/>
                </a:lnTo>
                <a:lnTo>
                  <a:pt x="6643" y="6156"/>
                </a:lnTo>
                <a:lnTo>
                  <a:pt x="6522" y="5986"/>
                </a:lnTo>
                <a:lnTo>
                  <a:pt x="6351" y="5743"/>
                </a:lnTo>
                <a:lnTo>
                  <a:pt x="6522" y="5572"/>
                </a:lnTo>
                <a:lnTo>
                  <a:pt x="6692" y="5426"/>
                </a:lnTo>
                <a:close/>
                <a:moveTo>
                  <a:pt x="11461" y="6059"/>
                </a:moveTo>
                <a:lnTo>
                  <a:pt x="11607" y="6181"/>
                </a:lnTo>
                <a:lnTo>
                  <a:pt x="11510" y="6181"/>
                </a:lnTo>
                <a:lnTo>
                  <a:pt x="11193" y="6254"/>
                </a:lnTo>
                <a:lnTo>
                  <a:pt x="11047" y="6302"/>
                </a:lnTo>
                <a:lnTo>
                  <a:pt x="10877" y="6375"/>
                </a:lnTo>
                <a:lnTo>
                  <a:pt x="10780" y="6278"/>
                </a:lnTo>
                <a:lnTo>
                  <a:pt x="11096" y="6181"/>
                </a:lnTo>
                <a:lnTo>
                  <a:pt x="11291" y="6132"/>
                </a:lnTo>
                <a:lnTo>
                  <a:pt x="11461" y="6059"/>
                </a:lnTo>
                <a:close/>
                <a:moveTo>
                  <a:pt x="6157" y="5962"/>
                </a:moveTo>
                <a:lnTo>
                  <a:pt x="6230" y="6156"/>
                </a:lnTo>
                <a:lnTo>
                  <a:pt x="6303" y="6302"/>
                </a:lnTo>
                <a:lnTo>
                  <a:pt x="6400" y="6424"/>
                </a:lnTo>
                <a:lnTo>
                  <a:pt x="6181" y="6765"/>
                </a:lnTo>
                <a:lnTo>
                  <a:pt x="6157" y="6716"/>
                </a:lnTo>
                <a:lnTo>
                  <a:pt x="5962" y="6546"/>
                </a:lnTo>
                <a:lnTo>
                  <a:pt x="5840" y="6400"/>
                </a:lnTo>
                <a:lnTo>
                  <a:pt x="5986" y="6181"/>
                </a:lnTo>
                <a:lnTo>
                  <a:pt x="6157" y="5962"/>
                </a:lnTo>
                <a:close/>
                <a:moveTo>
                  <a:pt x="11729" y="6327"/>
                </a:moveTo>
                <a:lnTo>
                  <a:pt x="11923" y="6570"/>
                </a:lnTo>
                <a:lnTo>
                  <a:pt x="12094" y="6862"/>
                </a:lnTo>
                <a:lnTo>
                  <a:pt x="11899" y="6838"/>
                </a:lnTo>
                <a:lnTo>
                  <a:pt x="11704" y="6862"/>
                </a:lnTo>
                <a:lnTo>
                  <a:pt x="11510" y="6886"/>
                </a:lnTo>
                <a:lnTo>
                  <a:pt x="11339" y="6911"/>
                </a:lnTo>
                <a:lnTo>
                  <a:pt x="11145" y="6643"/>
                </a:lnTo>
                <a:lnTo>
                  <a:pt x="11388" y="6594"/>
                </a:lnTo>
                <a:lnTo>
                  <a:pt x="11607" y="6546"/>
                </a:lnTo>
                <a:lnTo>
                  <a:pt x="11680" y="6497"/>
                </a:lnTo>
                <a:lnTo>
                  <a:pt x="11704" y="6448"/>
                </a:lnTo>
                <a:lnTo>
                  <a:pt x="11729" y="6375"/>
                </a:lnTo>
                <a:lnTo>
                  <a:pt x="11729" y="6327"/>
                </a:lnTo>
                <a:close/>
                <a:moveTo>
                  <a:pt x="5646" y="6765"/>
                </a:moveTo>
                <a:lnTo>
                  <a:pt x="5719" y="6838"/>
                </a:lnTo>
                <a:lnTo>
                  <a:pt x="5840" y="7008"/>
                </a:lnTo>
                <a:lnTo>
                  <a:pt x="5913" y="7081"/>
                </a:lnTo>
                <a:lnTo>
                  <a:pt x="6011" y="7130"/>
                </a:lnTo>
                <a:lnTo>
                  <a:pt x="5913" y="7397"/>
                </a:lnTo>
                <a:lnTo>
                  <a:pt x="5670" y="7300"/>
                </a:lnTo>
                <a:lnTo>
                  <a:pt x="5524" y="7276"/>
                </a:lnTo>
                <a:lnTo>
                  <a:pt x="5402" y="7251"/>
                </a:lnTo>
                <a:lnTo>
                  <a:pt x="5524" y="7008"/>
                </a:lnTo>
                <a:lnTo>
                  <a:pt x="5646" y="6765"/>
                </a:lnTo>
                <a:close/>
                <a:moveTo>
                  <a:pt x="12288" y="7276"/>
                </a:moveTo>
                <a:lnTo>
                  <a:pt x="12361" y="7519"/>
                </a:lnTo>
                <a:lnTo>
                  <a:pt x="12410" y="7786"/>
                </a:lnTo>
                <a:lnTo>
                  <a:pt x="12215" y="7689"/>
                </a:lnTo>
                <a:lnTo>
                  <a:pt x="12021" y="7616"/>
                </a:lnTo>
                <a:lnTo>
                  <a:pt x="11802" y="7567"/>
                </a:lnTo>
                <a:lnTo>
                  <a:pt x="11583" y="7543"/>
                </a:lnTo>
                <a:lnTo>
                  <a:pt x="11510" y="7276"/>
                </a:lnTo>
                <a:lnTo>
                  <a:pt x="11680" y="7300"/>
                </a:lnTo>
                <a:lnTo>
                  <a:pt x="11875" y="7300"/>
                </a:lnTo>
                <a:lnTo>
                  <a:pt x="12264" y="7276"/>
                </a:lnTo>
                <a:close/>
                <a:moveTo>
                  <a:pt x="5281" y="7616"/>
                </a:moveTo>
                <a:lnTo>
                  <a:pt x="5548" y="7713"/>
                </a:lnTo>
                <a:lnTo>
                  <a:pt x="5792" y="7811"/>
                </a:lnTo>
                <a:lnTo>
                  <a:pt x="5719" y="8273"/>
                </a:lnTo>
                <a:lnTo>
                  <a:pt x="5256" y="8322"/>
                </a:lnTo>
                <a:lnTo>
                  <a:pt x="5135" y="8322"/>
                </a:lnTo>
                <a:lnTo>
                  <a:pt x="5183" y="7981"/>
                </a:lnTo>
                <a:lnTo>
                  <a:pt x="5281" y="7616"/>
                </a:lnTo>
                <a:close/>
                <a:moveTo>
                  <a:pt x="11656" y="7859"/>
                </a:moveTo>
                <a:lnTo>
                  <a:pt x="11826" y="7932"/>
                </a:lnTo>
                <a:lnTo>
                  <a:pt x="12069" y="8054"/>
                </a:lnTo>
                <a:lnTo>
                  <a:pt x="12191" y="8103"/>
                </a:lnTo>
                <a:lnTo>
                  <a:pt x="12337" y="8151"/>
                </a:lnTo>
                <a:lnTo>
                  <a:pt x="12386" y="8151"/>
                </a:lnTo>
                <a:lnTo>
                  <a:pt x="12459" y="8127"/>
                </a:lnTo>
                <a:lnTo>
                  <a:pt x="12459" y="8516"/>
                </a:lnTo>
                <a:lnTo>
                  <a:pt x="12264" y="8395"/>
                </a:lnTo>
                <a:lnTo>
                  <a:pt x="11972" y="8249"/>
                </a:lnTo>
                <a:lnTo>
                  <a:pt x="11826" y="8200"/>
                </a:lnTo>
                <a:lnTo>
                  <a:pt x="11680" y="8176"/>
                </a:lnTo>
                <a:lnTo>
                  <a:pt x="11656" y="7859"/>
                </a:lnTo>
                <a:close/>
                <a:moveTo>
                  <a:pt x="11680" y="8468"/>
                </a:moveTo>
                <a:lnTo>
                  <a:pt x="11777" y="8589"/>
                </a:lnTo>
                <a:lnTo>
                  <a:pt x="11899" y="8662"/>
                </a:lnTo>
                <a:lnTo>
                  <a:pt x="12191" y="8857"/>
                </a:lnTo>
                <a:lnTo>
                  <a:pt x="12337" y="8954"/>
                </a:lnTo>
                <a:lnTo>
                  <a:pt x="12118" y="8979"/>
                </a:lnTo>
                <a:lnTo>
                  <a:pt x="11875" y="8954"/>
                </a:lnTo>
                <a:lnTo>
                  <a:pt x="11631" y="8954"/>
                </a:lnTo>
                <a:lnTo>
                  <a:pt x="11656" y="8711"/>
                </a:lnTo>
                <a:lnTo>
                  <a:pt x="11680" y="8468"/>
                </a:lnTo>
                <a:close/>
                <a:moveTo>
                  <a:pt x="5694" y="8735"/>
                </a:moveTo>
                <a:lnTo>
                  <a:pt x="5694" y="8954"/>
                </a:lnTo>
                <a:lnTo>
                  <a:pt x="5719" y="9198"/>
                </a:lnTo>
                <a:lnTo>
                  <a:pt x="5427" y="9222"/>
                </a:lnTo>
                <a:lnTo>
                  <a:pt x="5159" y="9271"/>
                </a:lnTo>
                <a:lnTo>
                  <a:pt x="5110" y="9003"/>
                </a:lnTo>
                <a:lnTo>
                  <a:pt x="5110" y="8760"/>
                </a:lnTo>
                <a:lnTo>
                  <a:pt x="5402" y="8760"/>
                </a:lnTo>
                <a:lnTo>
                  <a:pt x="5694" y="8735"/>
                </a:lnTo>
                <a:close/>
                <a:moveTo>
                  <a:pt x="5208" y="9514"/>
                </a:moveTo>
                <a:lnTo>
                  <a:pt x="5792" y="9563"/>
                </a:lnTo>
                <a:lnTo>
                  <a:pt x="5840" y="9757"/>
                </a:lnTo>
                <a:lnTo>
                  <a:pt x="5913" y="9952"/>
                </a:lnTo>
                <a:lnTo>
                  <a:pt x="5354" y="9952"/>
                </a:lnTo>
                <a:lnTo>
                  <a:pt x="5256" y="9733"/>
                </a:lnTo>
                <a:lnTo>
                  <a:pt x="5208" y="9514"/>
                </a:lnTo>
                <a:close/>
                <a:moveTo>
                  <a:pt x="11583" y="9222"/>
                </a:moveTo>
                <a:lnTo>
                  <a:pt x="11680" y="9271"/>
                </a:lnTo>
                <a:lnTo>
                  <a:pt x="11777" y="9319"/>
                </a:lnTo>
                <a:lnTo>
                  <a:pt x="11996" y="9368"/>
                </a:lnTo>
                <a:lnTo>
                  <a:pt x="12167" y="9392"/>
                </a:lnTo>
                <a:lnTo>
                  <a:pt x="12386" y="9392"/>
                </a:lnTo>
                <a:lnTo>
                  <a:pt x="12288" y="9782"/>
                </a:lnTo>
                <a:lnTo>
                  <a:pt x="12167" y="10147"/>
                </a:lnTo>
                <a:lnTo>
                  <a:pt x="12142" y="10098"/>
                </a:lnTo>
                <a:lnTo>
                  <a:pt x="12118" y="10049"/>
                </a:lnTo>
                <a:lnTo>
                  <a:pt x="12021" y="9952"/>
                </a:lnTo>
                <a:lnTo>
                  <a:pt x="11777" y="9830"/>
                </a:lnTo>
                <a:lnTo>
                  <a:pt x="11607" y="9757"/>
                </a:lnTo>
                <a:lnTo>
                  <a:pt x="11437" y="9684"/>
                </a:lnTo>
                <a:lnTo>
                  <a:pt x="11510" y="9465"/>
                </a:lnTo>
                <a:lnTo>
                  <a:pt x="11583" y="9222"/>
                </a:lnTo>
                <a:close/>
                <a:moveTo>
                  <a:pt x="11339" y="9952"/>
                </a:moveTo>
                <a:lnTo>
                  <a:pt x="11461" y="10025"/>
                </a:lnTo>
                <a:lnTo>
                  <a:pt x="11607" y="10122"/>
                </a:lnTo>
                <a:lnTo>
                  <a:pt x="11850" y="10268"/>
                </a:lnTo>
                <a:lnTo>
                  <a:pt x="11972" y="10293"/>
                </a:lnTo>
                <a:lnTo>
                  <a:pt x="12118" y="10293"/>
                </a:lnTo>
                <a:lnTo>
                  <a:pt x="11996" y="10512"/>
                </a:lnTo>
                <a:lnTo>
                  <a:pt x="11875" y="10731"/>
                </a:lnTo>
                <a:lnTo>
                  <a:pt x="11753" y="10609"/>
                </a:lnTo>
                <a:lnTo>
                  <a:pt x="11656" y="10487"/>
                </a:lnTo>
                <a:lnTo>
                  <a:pt x="11510" y="10390"/>
                </a:lnTo>
                <a:lnTo>
                  <a:pt x="11364" y="10317"/>
                </a:lnTo>
                <a:lnTo>
                  <a:pt x="11266" y="10293"/>
                </a:lnTo>
                <a:lnTo>
                  <a:pt x="11169" y="10268"/>
                </a:lnTo>
                <a:lnTo>
                  <a:pt x="11339" y="9952"/>
                </a:lnTo>
                <a:close/>
                <a:moveTo>
                  <a:pt x="6132" y="10341"/>
                </a:moveTo>
                <a:lnTo>
                  <a:pt x="6327" y="10585"/>
                </a:lnTo>
                <a:lnTo>
                  <a:pt x="6059" y="10658"/>
                </a:lnTo>
                <a:lnTo>
                  <a:pt x="5792" y="10755"/>
                </a:lnTo>
                <a:lnTo>
                  <a:pt x="5670" y="10560"/>
                </a:lnTo>
                <a:lnTo>
                  <a:pt x="5548" y="10366"/>
                </a:lnTo>
                <a:lnTo>
                  <a:pt x="5548" y="10366"/>
                </a:lnTo>
                <a:lnTo>
                  <a:pt x="5840" y="10390"/>
                </a:lnTo>
                <a:lnTo>
                  <a:pt x="5986" y="10390"/>
                </a:lnTo>
                <a:lnTo>
                  <a:pt x="6132" y="10341"/>
                </a:lnTo>
                <a:close/>
                <a:moveTo>
                  <a:pt x="8663" y="5986"/>
                </a:moveTo>
                <a:lnTo>
                  <a:pt x="8857" y="6010"/>
                </a:lnTo>
                <a:lnTo>
                  <a:pt x="9076" y="6059"/>
                </a:lnTo>
                <a:lnTo>
                  <a:pt x="9490" y="6181"/>
                </a:lnTo>
                <a:lnTo>
                  <a:pt x="9855" y="6327"/>
                </a:lnTo>
                <a:lnTo>
                  <a:pt x="10123" y="6473"/>
                </a:lnTo>
                <a:lnTo>
                  <a:pt x="10342" y="6643"/>
                </a:lnTo>
                <a:lnTo>
                  <a:pt x="10561" y="6813"/>
                </a:lnTo>
                <a:lnTo>
                  <a:pt x="10731" y="7032"/>
                </a:lnTo>
                <a:lnTo>
                  <a:pt x="10877" y="7251"/>
                </a:lnTo>
                <a:lnTo>
                  <a:pt x="10999" y="7494"/>
                </a:lnTo>
                <a:lnTo>
                  <a:pt x="11096" y="7762"/>
                </a:lnTo>
                <a:lnTo>
                  <a:pt x="11145" y="8054"/>
                </a:lnTo>
                <a:lnTo>
                  <a:pt x="11193" y="8297"/>
                </a:lnTo>
                <a:lnTo>
                  <a:pt x="11193" y="8565"/>
                </a:lnTo>
                <a:lnTo>
                  <a:pt x="11169" y="8833"/>
                </a:lnTo>
                <a:lnTo>
                  <a:pt x="11120" y="9076"/>
                </a:lnTo>
                <a:lnTo>
                  <a:pt x="11072" y="9319"/>
                </a:lnTo>
                <a:lnTo>
                  <a:pt x="10974" y="9538"/>
                </a:lnTo>
                <a:lnTo>
                  <a:pt x="10853" y="9757"/>
                </a:lnTo>
                <a:lnTo>
                  <a:pt x="10731" y="9976"/>
                </a:lnTo>
                <a:lnTo>
                  <a:pt x="10561" y="10171"/>
                </a:lnTo>
                <a:lnTo>
                  <a:pt x="10390" y="10341"/>
                </a:lnTo>
                <a:lnTo>
                  <a:pt x="10220" y="10512"/>
                </a:lnTo>
                <a:lnTo>
                  <a:pt x="10001" y="10658"/>
                </a:lnTo>
                <a:lnTo>
                  <a:pt x="9782" y="10779"/>
                </a:lnTo>
                <a:lnTo>
                  <a:pt x="9563" y="10877"/>
                </a:lnTo>
                <a:lnTo>
                  <a:pt x="9320" y="10974"/>
                </a:lnTo>
                <a:lnTo>
                  <a:pt x="9052" y="11023"/>
                </a:lnTo>
                <a:lnTo>
                  <a:pt x="8833" y="11047"/>
                </a:lnTo>
                <a:lnTo>
                  <a:pt x="8590" y="11071"/>
                </a:lnTo>
                <a:lnTo>
                  <a:pt x="8371" y="11047"/>
                </a:lnTo>
                <a:lnTo>
                  <a:pt x="8127" y="10998"/>
                </a:lnTo>
                <a:lnTo>
                  <a:pt x="7908" y="10950"/>
                </a:lnTo>
                <a:lnTo>
                  <a:pt x="7714" y="10877"/>
                </a:lnTo>
                <a:lnTo>
                  <a:pt x="7495" y="10779"/>
                </a:lnTo>
                <a:lnTo>
                  <a:pt x="7300" y="10658"/>
                </a:lnTo>
                <a:lnTo>
                  <a:pt x="7130" y="10536"/>
                </a:lnTo>
                <a:lnTo>
                  <a:pt x="6960" y="10390"/>
                </a:lnTo>
                <a:lnTo>
                  <a:pt x="6814" y="10220"/>
                </a:lnTo>
                <a:lnTo>
                  <a:pt x="6668" y="10049"/>
                </a:lnTo>
                <a:lnTo>
                  <a:pt x="6546" y="9855"/>
                </a:lnTo>
                <a:lnTo>
                  <a:pt x="6449" y="9660"/>
                </a:lnTo>
                <a:lnTo>
                  <a:pt x="6351" y="9441"/>
                </a:lnTo>
                <a:lnTo>
                  <a:pt x="6303" y="9222"/>
                </a:lnTo>
                <a:lnTo>
                  <a:pt x="6254" y="8979"/>
                </a:lnTo>
                <a:lnTo>
                  <a:pt x="6230" y="8735"/>
                </a:lnTo>
                <a:lnTo>
                  <a:pt x="6254" y="8468"/>
                </a:lnTo>
                <a:lnTo>
                  <a:pt x="6254" y="8224"/>
                </a:lnTo>
                <a:lnTo>
                  <a:pt x="6303" y="7981"/>
                </a:lnTo>
                <a:lnTo>
                  <a:pt x="6376" y="7738"/>
                </a:lnTo>
                <a:lnTo>
                  <a:pt x="6449" y="7519"/>
                </a:lnTo>
                <a:lnTo>
                  <a:pt x="6546" y="7300"/>
                </a:lnTo>
                <a:lnTo>
                  <a:pt x="6668" y="7057"/>
                </a:lnTo>
                <a:lnTo>
                  <a:pt x="6814" y="6838"/>
                </a:lnTo>
                <a:lnTo>
                  <a:pt x="6984" y="6667"/>
                </a:lnTo>
                <a:lnTo>
                  <a:pt x="7154" y="6521"/>
                </a:lnTo>
                <a:lnTo>
                  <a:pt x="7373" y="6400"/>
                </a:lnTo>
                <a:lnTo>
                  <a:pt x="7592" y="6302"/>
                </a:lnTo>
                <a:lnTo>
                  <a:pt x="7811" y="6205"/>
                </a:lnTo>
                <a:lnTo>
                  <a:pt x="8079" y="6156"/>
                </a:lnTo>
                <a:lnTo>
                  <a:pt x="8127" y="6132"/>
                </a:lnTo>
                <a:lnTo>
                  <a:pt x="8176" y="6108"/>
                </a:lnTo>
                <a:lnTo>
                  <a:pt x="8225" y="6059"/>
                </a:lnTo>
                <a:lnTo>
                  <a:pt x="8249" y="6010"/>
                </a:lnTo>
                <a:lnTo>
                  <a:pt x="8444" y="5986"/>
                </a:lnTo>
                <a:close/>
                <a:moveTo>
                  <a:pt x="6643" y="10877"/>
                </a:moveTo>
                <a:lnTo>
                  <a:pt x="6814" y="11023"/>
                </a:lnTo>
                <a:lnTo>
                  <a:pt x="7008" y="11144"/>
                </a:lnTo>
                <a:lnTo>
                  <a:pt x="6765" y="11315"/>
                </a:lnTo>
                <a:lnTo>
                  <a:pt x="6522" y="11461"/>
                </a:lnTo>
                <a:lnTo>
                  <a:pt x="6497" y="11485"/>
                </a:lnTo>
                <a:lnTo>
                  <a:pt x="6303" y="11290"/>
                </a:lnTo>
                <a:lnTo>
                  <a:pt x="6108" y="11120"/>
                </a:lnTo>
                <a:lnTo>
                  <a:pt x="6327" y="10998"/>
                </a:lnTo>
                <a:lnTo>
                  <a:pt x="6643" y="10877"/>
                </a:lnTo>
                <a:close/>
                <a:moveTo>
                  <a:pt x="11047" y="10414"/>
                </a:moveTo>
                <a:lnTo>
                  <a:pt x="11169" y="10560"/>
                </a:lnTo>
                <a:lnTo>
                  <a:pt x="11388" y="10755"/>
                </a:lnTo>
                <a:lnTo>
                  <a:pt x="11607" y="10974"/>
                </a:lnTo>
                <a:lnTo>
                  <a:pt x="11656" y="11071"/>
                </a:lnTo>
                <a:lnTo>
                  <a:pt x="11461" y="11315"/>
                </a:lnTo>
                <a:lnTo>
                  <a:pt x="11242" y="11534"/>
                </a:lnTo>
                <a:lnTo>
                  <a:pt x="10999" y="11728"/>
                </a:lnTo>
                <a:lnTo>
                  <a:pt x="10731" y="11899"/>
                </a:lnTo>
                <a:lnTo>
                  <a:pt x="10707" y="11801"/>
                </a:lnTo>
                <a:lnTo>
                  <a:pt x="10682" y="11680"/>
                </a:lnTo>
                <a:lnTo>
                  <a:pt x="10585" y="11485"/>
                </a:lnTo>
                <a:lnTo>
                  <a:pt x="10463" y="11315"/>
                </a:lnTo>
                <a:lnTo>
                  <a:pt x="10317" y="11144"/>
                </a:lnTo>
                <a:lnTo>
                  <a:pt x="10634" y="10901"/>
                </a:lnTo>
                <a:lnTo>
                  <a:pt x="10707" y="11217"/>
                </a:lnTo>
                <a:lnTo>
                  <a:pt x="10731" y="11485"/>
                </a:lnTo>
                <a:lnTo>
                  <a:pt x="10780" y="11607"/>
                </a:lnTo>
                <a:lnTo>
                  <a:pt x="10828" y="11704"/>
                </a:lnTo>
                <a:lnTo>
                  <a:pt x="10853" y="11753"/>
                </a:lnTo>
                <a:lnTo>
                  <a:pt x="10926" y="11753"/>
                </a:lnTo>
                <a:lnTo>
                  <a:pt x="10950" y="11704"/>
                </a:lnTo>
                <a:lnTo>
                  <a:pt x="10999" y="11607"/>
                </a:lnTo>
                <a:lnTo>
                  <a:pt x="10974" y="11485"/>
                </a:lnTo>
                <a:lnTo>
                  <a:pt x="10926" y="11242"/>
                </a:lnTo>
                <a:lnTo>
                  <a:pt x="10828" y="11023"/>
                </a:lnTo>
                <a:lnTo>
                  <a:pt x="10731" y="10828"/>
                </a:lnTo>
                <a:lnTo>
                  <a:pt x="10901" y="10633"/>
                </a:lnTo>
                <a:lnTo>
                  <a:pt x="11047" y="10414"/>
                </a:lnTo>
                <a:close/>
                <a:moveTo>
                  <a:pt x="7252" y="11290"/>
                </a:moveTo>
                <a:lnTo>
                  <a:pt x="7446" y="11363"/>
                </a:lnTo>
                <a:lnTo>
                  <a:pt x="7641" y="11461"/>
                </a:lnTo>
                <a:lnTo>
                  <a:pt x="7568" y="11534"/>
                </a:lnTo>
                <a:lnTo>
                  <a:pt x="7422" y="11753"/>
                </a:lnTo>
                <a:lnTo>
                  <a:pt x="7276" y="11947"/>
                </a:lnTo>
                <a:lnTo>
                  <a:pt x="7033" y="11826"/>
                </a:lnTo>
                <a:lnTo>
                  <a:pt x="6789" y="11680"/>
                </a:lnTo>
                <a:lnTo>
                  <a:pt x="6911" y="11607"/>
                </a:lnTo>
                <a:lnTo>
                  <a:pt x="7033" y="11509"/>
                </a:lnTo>
                <a:lnTo>
                  <a:pt x="7252" y="11290"/>
                </a:lnTo>
                <a:close/>
                <a:moveTo>
                  <a:pt x="7908" y="11534"/>
                </a:moveTo>
                <a:lnTo>
                  <a:pt x="8200" y="11582"/>
                </a:lnTo>
                <a:lnTo>
                  <a:pt x="8127" y="11923"/>
                </a:lnTo>
                <a:lnTo>
                  <a:pt x="8127" y="12093"/>
                </a:lnTo>
                <a:lnTo>
                  <a:pt x="8127" y="12264"/>
                </a:lnTo>
                <a:lnTo>
                  <a:pt x="7884" y="12191"/>
                </a:lnTo>
                <a:lnTo>
                  <a:pt x="7641" y="12118"/>
                </a:lnTo>
                <a:lnTo>
                  <a:pt x="7738" y="11947"/>
                </a:lnTo>
                <a:lnTo>
                  <a:pt x="7811" y="11753"/>
                </a:lnTo>
                <a:lnTo>
                  <a:pt x="7908" y="11534"/>
                </a:lnTo>
                <a:close/>
                <a:moveTo>
                  <a:pt x="10123" y="11266"/>
                </a:moveTo>
                <a:lnTo>
                  <a:pt x="10244" y="11631"/>
                </a:lnTo>
                <a:lnTo>
                  <a:pt x="10317" y="11850"/>
                </a:lnTo>
                <a:lnTo>
                  <a:pt x="10342" y="11972"/>
                </a:lnTo>
                <a:lnTo>
                  <a:pt x="10390" y="12069"/>
                </a:lnTo>
                <a:lnTo>
                  <a:pt x="10147" y="12191"/>
                </a:lnTo>
                <a:lnTo>
                  <a:pt x="9879" y="12264"/>
                </a:lnTo>
                <a:lnTo>
                  <a:pt x="9904" y="12093"/>
                </a:lnTo>
                <a:lnTo>
                  <a:pt x="9928" y="11923"/>
                </a:lnTo>
                <a:lnTo>
                  <a:pt x="9928" y="11655"/>
                </a:lnTo>
                <a:lnTo>
                  <a:pt x="9904" y="11388"/>
                </a:lnTo>
                <a:lnTo>
                  <a:pt x="10123" y="11266"/>
                </a:lnTo>
                <a:close/>
                <a:moveTo>
                  <a:pt x="8833" y="11631"/>
                </a:moveTo>
                <a:lnTo>
                  <a:pt x="8760" y="11850"/>
                </a:lnTo>
                <a:lnTo>
                  <a:pt x="8736" y="12045"/>
                </a:lnTo>
                <a:lnTo>
                  <a:pt x="8687" y="12337"/>
                </a:lnTo>
                <a:lnTo>
                  <a:pt x="8517" y="12337"/>
                </a:lnTo>
                <a:lnTo>
                  <a:pt x="8541" y="11972"/>
                </a:lnTo>
                <a:lnTo>
                  <a:pt x="8541" y="11801"/>
                </a:lnTo>
                <a:lnTo>
                  <a:pt x="8541" y="11631"/>
                </a:lnTo>
                <a:close/>
                <a:moveTo>
                  <a:pt x="9660" y="11485"/>
                </a:moveTo>
                <a:lnTo>
                  <a:pt x="9612" y="11801"/>
                </a:lnTo>
                <a:lnTo>
                  <a:pt x="9563" y="12069"/>
                </a:lnTo>
                <a:lnTo>
                  <a:pt x="9539" y="12191"/>
                </a:lnTo>
                <a:lnTo>
                  <a:pt x="9563" y="12312"/>
                </a:lnTo>
                <a:lnTo>
                  <a:pt x="9174" y="12361"/>
                </a:lnTo>
                <a:lnTo>
                  <a:pt x="9149" y="12361"/>
                </a:lnTo>
                <a:lnTo>
                  <a:pt x="9149" y="12166"/>
                </a:lnTo>
                <a:lnTo>
                  <a:pt x="9174" y="11874"/>
                </a:lnTo>
                <a:lnTo>
                  <a:pt x="9174" y="11582"/>
                </a:lnTo>
                <a:lnTo>
                  <a:pt x="9222" y="11582"/>
                </a:lnTo>
                <a:lnTo>
                  <a:pt x="9441" y="11534"/>
                </a:lnTo>
                <a:lnTo>
                  <a:pt x="9660" y="11485"/>
                </a:lnTo>
                <a:close/>
                <a:moveTo>
                  <a:pt x="8517" y="4258"/>
                </a:moveTo>
                <a:lnTo>
                  <a:pt x="8225" y="4307"/>
                </a:lnTo>
                <a:lnTo>
                  <a:pt x="7957" y="4404"/>
                </a:lnTo>
                <a:lnTo>
                  <a:pt x="7690" y="4429"/>
                </a:lnTo>
                <a:lnTo>
                  <a:pt x="7422" y="4502"/>
                </a:lnTo>
                <a:lnTo>
                  <a:pt x="7154" y="4623"/>
                </a:lnTo>
                <a:lnTo>
                  <a:pt x="6911" y="4745"/>
                </a:lnTo>
                <a:lnTo>
                  <a:pt x="6668" y="4915"/>
                </a:lnTo>
                <a:lnTo>
                  <a:pt x="6424" y="5110"/>
                </a:lnTo>
                <a:lnTo>
                  <a:pt x="6205" y="5329"/>
                </a:lnTo>
                <a:lnTo>
                  <a:pt x="6011" y="5548"/>
                </a:lnTo>
                <a:lnTo>
                  <a:pt x="5792" y="5791"/>
                </a:lnTo>
                <a:lnTo>
                  <a:pt x="5621" y="6035"/>
                </a:lnTo>
                <a:lnTo>
                  <a:pt x="5281" y="6546"/>
                </a:lnTo>
                <a:lnTo>
                  <a:pt x="5013" y="7057"/>
                </a:lnTo>
                <a:lnTo>
                  <a:pt x="4818" y="7543"/>
                </a:lnTo>
                <a:lnTo>
                  <a:pt x="4697" y="7932"/>
                </a:lnTo>
                <a:lnTo>
                  <a:pt x="4648" y="8297"/>
                </a:lnTo>
                <a:lnTo>
                  <a:pt x="4624" y="8662"/>
                </a:lnTo>
                <a:lnTo>
                  <a:pt x="4624" y="9027"/>
                </a:lnTo>
                <a:lnTo>
                  <a:pt x="4672" y="9392"/>
                </a:lnTo>
                <a:lnTo>
                  <a:pt x="4745" y="9757"/>
                </a:lnTo>
                <a:lnTo>
                  <a:pt x="4867" y="10098"/>
                </a:lnTo>
                <a:lnTo>
                  <a:pt x="5013" y="10414"/>
                </a:lnTo>
                <a:lnTo>
                  <a:pt x="5183" y="10731"/>
                </a:lnTo>
                <a:lnTo>
                  <a:pt x="5402" y="11047"/>
                </a:lnTo>
                <a:lnTo>
                  <a:pt x="5621" y="11315"/>
                </a:lnTo>
                <a:lnTo>
                  <a:pt x="5889" y="11582"/>
                </a:lnTo>
                <a:lnTo>
                  <a:pt x="6157" y="11826"/>
                </a:lnTo>
                <a:lnTo>
                  <a:pt x="6449" y="12069"/>
                </a:lnTo>
                <a:lnTo>
                  <a:pt x="6765" y="12264"/>
                </a:lnTo>
                <a:lnTo>
                  <a:pt x="7106" y="12434"/>
                </a:lnTo>
                <a:lnTo>
                  <a:pt x="7446" y="12580"/>
                </a:lnTo>
                <a:lnTo>
                  <a:pt x="7787" y="12677"/>
                </a:lnTo>
                <a:lnTo>
                  <a:pt x="8127" y="12775"/>
                </a:lnTo>
                <a:lnTo>
                  <a:pt x="8492" y="12823"/>
                </a:lnTo>
                <a:lnTo>
                  <a:pt x="8833" y="12848"/>
                </a:lnTo>
                <a:lnTo>
                  <a:pt x="9174" y="12872"/>
                </a:lnTo>
                <a:lnTo>
                  <a:pt x="9539" y="12823"/>
                </a:lnTo>
                <a:lnTo>
                  <a:pt x="9879" y="12775"/>
                </a:lnTo>
                <a:lnTo>
                  <a:pt x="10196" y="12702"/>
                </a:lnTo>
                <a:lnTo>
                  <a:pt x="10536" y="12580"/>
                </a:lnTo>
                <a:lnTo>
                  <a:pt x="10828" y="12434"/>
                </a:lnTo>
                <a:lnTo>
                  <a:pt x="11145" y="12264"/>
                </a:lnTo>
                <a:lnTo>
                  <a:pt x="11412" y="12045"/>
                </a:lnTo>
                <a:lnTo>
                  <a:pt x="11680" y="11826"/>
                </a:lnTo>
                <a:lnTo>
                  <a:pt x="11923" y="11558"/>
                </a:lnTo>
                <a:lnTo>
                  <a:pt x="12167" y="11266"/>
                </a:lnTo>
                <a:lnTo>
                  <a:pt x="12337" y="10974"/>
                </a:lnTo>
                <a:lnTo>
                  <a:pt x="12507" y="10658"/>
                </a:lnTo>
                <a:lnTo>
                  <a:pt x="12653" y="10317"/>
                </a:lnTo>
                <a:lnTo>
                  <a:pt x="12775" y="9976"/>
                </a:lnTo>
                <a:lnTo>
                  <a:pt x="12872" y="9611"/>
                </a:lnTo>
                <a:lnTo>
                  <a:pt x="12921" y="9246"/>
                </a:lnTo>
                <a:lnTo>
                  <a:pt x="12970" y="8881"/>
                </a:lnTo>
                <a:lnTo>
                  <a:pt x="12994" y="8516"/>
                </a:lnTo>
                <a:lnTo>
                  <a:pt x="12970" y="8151"/>
                </a:lnTo>
                <a:lnTo>
                  <a:pt x="12945" y="7786"/>
                </a:lnTo>
                <a:lnTo>
                  <a:pt x="12872" y="7446"/>
                </a:lnTo>
                <a:lnTo>
                  <a:pt x="12751" y="7105"/>
                </a:lnTo>
                <a:lnTo>
                  <a:pt x="12629" y="6765"/>
                </a:lnTo>
                <a:lnTo>
                  <a:pt x="12459" y="6448"/>
                </a:lnTo>
                <a:lnTo>
                  <a:pt x="12264" y="6156"/>
                </a:lnTo>
                <a:lnTo>
                  <a:pt x="12045" y="5864"/>
                </a:lnTo>
                <a:lnTo>
                  <a:pt x="11656" y="5499"/>
                </a:lnTo>
                <a:lnTo>
                  <a:pt x="11193" y="5134"/>
                </a:lnTo>
                <a:lnTo>
                  <a:pt x="10950" y="4964"/>
                </a:lnTo>
                <a:lnTo>
                  <a:pt x="10707" y="4818"/>
                </a:lnTo>
                <a:lnTo>
                  <a:pt x="10439" y="4672"/>
                </a:lnTo>
                <a:lnTo>
                  <a:pt x="10171" y="4550"/>
                </a:lnTo>
                <a:lnTo>
                  <a:pt x="9904" y="4453"/>
                </a:lnTo>
                <a:lnTo>
                  <a:pt x="9636" y="4356"/>
                </a:lnTo>
                <a:lnTo>
                  <a:pt x="9344" y="4307"/>
                </a:lnTo>
                <a:lnTo>
                  <a:pt x="9076" y="4258"/>
                </a:lnTo>
                <a:close/>
                <a:moveTo>
                  <a:pt x="7519" y="487"/>
                </a:moveTo>
                <a:lnTo>
                  <a:pt x="7787" y="511"/>
                </a:lnTo>
                <a:lnTo>
                  <a:pt x="8590" y="511"/>
                </a:lnTo>
                <a:lnTo>
                  <a:pt x="9271" y="560"/>
                </a:lnTo>
                <a:lnTo>
                  <a:pt x="9612" y="584"/>
                </a:lnTo>
                <a:lnTo>
                  <a:pt x="9952" y="584"/>
                </a:lnTo>
                <a:lnTo>
                  <a:pt x="9928" y="779"/>
                </a:lnTo>
                <a:lnTo>
                  <a:pt x="9952" y="949"/>
                </a:lnTo>
                <a:lnTo>
                  <a:pt x="9636" y="852"/>
                </a:lnTo>
                <a:lnTo>
                  <a:pt x="9466" y="827"/>
                </a:lnTo>
                <a:lnTo>
                  <a:pt x="9295" y="803"/>
                </a:lnTo>
                <a:lnTo>
                  <a:pt x="9149" y="803"/>
                </a:lnTo>
                <a:lnTo>
                  <a:pt x="9003" y="852"/>
                </a:lnTo>
                <a:lnTo>
                  <a:pt x="8857" y="900"/>
                </a:lnTo>
                <a:lnTo>
                  <a:pt x="8736" y="998"/>
                </a:lnTo>
                <a:lnTo>
                  <a:pt x="8711" y="1046"/>
                </a:lnTo>
                <a:lnTo>
                  <a:pt x="8711" y="1095"/>
                </a:lnTo>
                <a:lnTo>
                  <a:pt x="8760" y="1119"/>
                </a:lnTo>
                <a:lnTo>
                  <a:pt x="8784" y="1144"/>
                </a:lnTo>
                <a:lnTo>
                  <a:pt x="9125" y="1144"/>
                </a:lnTo>
                <a:lnTo>
                  <a:pt x="9417" y="1168"/>
                </a:lnTo>
                <a:lnTo>
                  <a:pt x="9709" y="1241"/>
                </a:lnTo>
                <a:lnTo>
                  <a:pt x="10001" y="1363"/>
                </a:lnTo>
                <a:lnTo>
                  <a:pt x="10025" y="1533"/>
                </a:lnTo>
                <a:lnTo>
                  <a:pt x="10025" y="1533"/>
                </a:lnTo>
                <a:lnTo>
                  <a:pt x="9782" y="1509"/>
                </a:lnTo>
                <a:lnTo>
                  <a:pt x="9076" y="1484"/>
                </a:lnTo>
                <a:lnTo>
                  <a:pt x="8833" y="1436"/>
                </a:lnTo>
                <a:lnTo>
                  <a:pt x="8711" y="1460"/>
                </a:lnTo>
                <a:lnTo>
                  <a:pt x="8590" y="1509"/>
                </a:lnTo>
                <a:lnTo>
                  <a:pt x="8541" y="1557"/>
                </a:lnTo>
                <a:lnTo>
                  <a:pt x="8541" y="1606"/>
                </a:lnTo>
                <a:lnTo>
                  <a:pt x="8614" y="1703"/>
                </a:lnTo>
                <a:lnTo>
                  <a:pt x="8687" y="1801"/>
                </a:lnTo>
                <a:lnTo>
                  <a:pt x="8809" y="1849"/>
                </a:lnTo>
                <a:lnTo>
                  <a:pt x="8930" y="1898"/>
                </a:lnTo>
                <a:lnTo>
                  <a:pt x="9174" y="1922"/>
                </a:lnTo>
                <a:lnTo>
                  <a:pt x="9417" y="1947"/>
                </a:lnTo>
                <a:lnTo>
                  <a:pt x="9733" y="1995"/>
                </a:lnTo>
                <a:lnTo>
                  <a:pt x="10098" y="2044"/>
                </a:lnTo>
                <a:lnTo>
                  <a:pt x="10147" y="2409"/>
                </a:lnTo>
                <a:lnTo>
                  <a:pt x="9952" y="2360"/>
                </a:lnTo>
                <a:lnTo>
                  <a:pt x="9782" y="2312"/>
                </a:lnTo>
                <a:lnTo>
                  <a:pt x="9417" y="2263"/>
                </a:lnTo>
                <a:lnTo>
                  <a:pt x="9149" y="2214"/>
                </a:lnTo>
                <a:lnTo>
                  <a:pt x="8882" y="2214"/>
                </a:lnTo>
                <a:lnTo>
                  <a:pt x="8833" y="2239"/>
                </a:lnTo>
                <a:lnTo>
                  <a:pt x="8809" y="2263"/>
                </a:lnTo>
                <a:lnTo>
                  <a:pt x="8809" y="2312"/>
                </a:lnTo>
                <a:lnTo>
                  <a:pt x="8809" y="2336"/>
                </a:lnTo>
                <a:lnTo>
                  <a:pt x="8882" y="2458"/>
                </a:lnTo>
                <a:lnTo>
                  <a:pt x="8979" y="2555"/>
                </a:lnTo>
                <a:lnTo>
                  <a:pt x="9101" y="2628"/>
                </a:lnTo>
                <a:lnTo>
                  <a:pt x="9247" y="2652"/>
                </a:lnTo>
                <a:lnTo>
                  <a:pt x="9636" y="2750"/>
                </a:lnTo>
                <a:lnTo>
                  <a:pt x="10025" y="2798"/>
                </a:lnTo>
                <a:lnTo>
                  <a:pt x="10171" y="2798"/>
                </a:lnTo>
                <a:lnTo>
                  <a:pt x="10220" y="2750"/>
                </a:lnTo>
                <a:lnTo>
                  <a:pt x="10244" y="2725"/>
                </a:lnTo>
                <a:lnTo>
                  <a:pt x="10317" y="2871"/>
                </a:lnTo>
                <a:lnTo>
                  <a:pt x="10366" y="2944"/>
                </a:lnTo>
                <a:lnTo>
                  <a:pt x="10439" y="2993"/>
                </a:lnTo>
                <a:lnTo>
                  <a:pt x="10585" y="2993"/>
                </a:lnTo>
                <a:lnTo>
                  <a:pt x="10877" y="3066"/>
                </a:lnTo>
                <a:lnTo>
                  <a:pt x="11145" y="3188"/>
                </a:lnTo>
                <a:lnTo>
                  <a:pt x="11388" y="3334"/>
                </a:lnTo>
                <a:lnTo>
                  <a:pt x="11631" y="3504"/>
                </a:lnTo>
                <a:lnTo>
                  <a:pt x="11704" y="3528"/>
                </a:lnTo>
                <a:lnTo>
                  <a:pt x="11753" y="3553"/>
                </a:lnTo>
                <a:lnTo>
                  <a:pt x="11875" y="3553"/>
                </a:lnTo>
                <a:lnTo>
                  <a:pt x="11972" y="3480"/>
                </a:lnTo>
                <a:lnTo>
                  <a:pt x="12021" y="3382"/>
                </a:lnTo>
                <a:lnTo>
                  <a:pt x="12167" y="3309"/>
                </a:lnTo>
                <a:lnTo>
                  <a:pt x="12288" y="3212"/>
                </a:lnTo>
                <a:lnTo>
                  <a:pt x="12532" y="3017"/>
                </a:lnTo>
                <a:lnTo>
                  <a:pt x="13043" y="2652"/>
                </a:lnTo>
                <a:lnTo>
                  <a:pt x="13335" y="2458"/>
                </a:lnTo>
                <a:lnTo>
                  <a:pt x="13602" y="2336"/>
                </a:lnTo>
                <a:lnTo>
                  <a:pt x="13675" y="2287"/>
                </a:lnTo>
                <a:lnTo>
                  <a:pt x="13724" y="2239"/>
                </a:lnTo>
                <a:lnTo>
                  <a:pt x="13846" y="2312"/>
                </a:lnTo>
                <a:lnTo>
                  <a:pt x="14162" y="2555"/>
                </a:lnTo>
                <a:lnTo>
                  <a:pt x="14454" y="2823"/>
                </a:lnTo>
                <a:lnTo>
                  <a:pt x="14722" y="3090"/>
                </a:lnTo>
                <a:lnTo>
                  <a:pt x="14989" y="3358"/>
                </a:lnTo>
                <a:lnTo>
                  <a:pt x="15087" y="3504"/>
                </a:lnTo>
                <a:lnTo>
                  <a:pt x="15208" y="3626"/>
                </a:lnTo>
                <a:lnTo>
                  <a:pt x="14989" y="3869"/>
                </a:lnTo>
                <a:lnTo>
                  <a:pt x="14892" y="3747"/>
                </a:lnTo>
                <a:lnTo>
                  <a:pt x="14746" y="3626"/>
                </a:lnTo>
                <a:lnTo>
                  <a:pt x="14478" y="3431"/>
                </a:lnTo>
                <a:lnTo>
                  <a:pt x="14381" y="3334"/>
                </a:lnTo>
                <a:lnTo>
                  <a:pt x="14235" y="3261"/>
                </a:lnTo>
                <a:lnTo>
                  <a:pt x="14113" y="3212"/>
                </a:lnTo>
                <a:lnTo>
                  <a:pt x="13919" y="3212"/>
                </a:lnTo>
                <a:lnTo>
                  <a:pt x="13894" y="3261"/>
                </a:lnTo>
                <a:lnTo>
                  <a:pt x="13870" y="3309"/>
                </a:lnTo>
                <a:lnTo>
                  <a:pt x="13894" y="3358"/>
                </a:lnTo>
                <a:lnTo>
                  <a:pt x="13967" y="3455"/>
                </a:lnTo>
                <a:lnTo>
                  <a:pt x="14040" y="3553"/>
                </a:lnTo>
                <a:lnTo>
                  <a:pt x="14259" y="3723"/>
                </a:lnTo>
                <a:lnTo>
                  <a:pt x="14503" y="3966"/>
                </a:lnTo>
                <a:lnTo>
                  <a:pt x="14624" y="4064"/>
                </a:lnTo>
                <a:lnTo>
                  <a:pt x="14770" y="4161"/>
                </a:lnTo>
                <a:lnTo>
                  <a:pt x="14600" y="4429"/>
                </a:lnTo>
                <a:lnTo>
                  <a:pt x="14454" y="4283"/>
                </a:lnTo>
                <a:lnTo>
                  <a:pt x="14332" y="4137"/>
                </a:lnTo>
                <a:lnTo>
                  <a:pt x="14235" y="4015"/>
                </a:lnTo>
                <a:lnTo>
                  <a:pt x="14138" y="3893"/>
                </a:lnTo>
                <a:lnTo>
                  <a:pt x="14016" y="3820"/>
                </a:lnTo>
                <a:lnTo>
                  <a:pt x="13894" y="3747"/>
                </a:lnTo>
                <a:lnTo>
                  <a:pt x="13846" y="3747"/>
                </a:lnTo>
                <a:lnTo>
                  <a:pt x="13821" y="3772"/>
                </a:lnTo>
                <a:lnTo>
                  <a:pt x="13797" y="3820"/>
                </a:lnTo>
                <a:lnTo>
                  <a:pt x="13797" y="3845"/>
                </a:lnTo>
                <a:lnTo>
                  <a:pt x="13821" y="3991"/>
                </a:lnTo>
                <a:lnTo>
                  <a:pt x="13894" y="4137"/>
                </a:lnTo>
                <a:lnTo>
                  <a:pt x="14040" y="4429"/>
                </a:lnTo>
                <a:lnTo>
                  <a:pt x="14186" y="4623"/>
                </a:lnTo>
                <a:lnTo>
                  <a:pt x="14332" y="4794"/>
                </a:lnTo>
                <a:lnTo>
                  <a:pt x="14235" y="4964"/>
                </a:lnTo>
                <a:lnTo>
                  <a:pt x="14089" y="5159"/>
                </a:lnTo>
                <a:lnTo>
                  <a:pt x="13967" y="4964"/>
                </a:lnTo>
                <a:lnTo>
                  <a:pt x="13821" y="4769"/>
                </a:lnTo>
                <a:lnTo>
                  <a:pt x="13675" y="4599"/>
                </a:lnTo>
                <a:lnTo>
                  <a:pt x="13554" y="4380"/>
                </a:lnTo>
                <a:lnTo>
                  <a:pt x="13505" y="4331"/>
                </a:lnTo>
                <a:lnTo>
                  <a:pt x="13432" y="4307"/>
                </a:lnTo>
                <a:lnTo>
                  <a:pt x="13359" y="4307"/>
                </a:lnTo>
                <a:lnTo>
                  <a:pt x="13335" y="4356"/>
                </a:lnTo>
                <a:lnTo>
                  <a:pt x="13310" y="4380"/>
                </a:lnTo>
                <a:lnTo>
                  <a:pt x="13310" y="4526"/>
                </a:lnTo>
                <a:lnTo>
                  <a:pt x="13335" y="4648"/>
                </a:lnTo>
                <a:lnTo>
                  <a:pt x="13383" y="4769"/>
                </a:lnTo>
                <a:lnTo>
                  <a:pt x="13456" y="4891"/>
                </a:lnTo>
                <a:lnTo>
                  <a:pt x="13846" y="5548"/>
                </a:lnTo>
                <a:lnTo>
                  <a:pt x="13919" y="5597"/>
                </a:lnTo>
                <a:lnTo>
                  <a:pt x="13992" y="5621"/>
                </a:lnTo>
                <a:lnTo>
                  <a:pt x="14016" y="5645"/>
                </a:lnTo>
                <a:lnTo>
                  <a:pt x="14065" y="5670"/>
                </a:lnTo>
                <a:lnTo>
                  <a:pt x="14186" y="5986"/>
                </a:lnTo>
                <a:lnTo>
                  <a:pt x="14259" y="6302"/>
                </a:lnTo>
                <a:lnTo>
                  <a:pt x="14284" y="6497"/>
                </a:lnTo>
                <a:lnTo>
                  <a:pt x="14284" y="6692"/>
                </a:lnTo>
                <a:lnTo>
                  <a:pt x="14308" y="6886"/>
                </a:lnTo>
                <a:lnTo>
                  <a:pt x="14332" y="7081"/>
                </a:lnTo>
                <a:lnTo>
                  <a:pt x="14381" y="7154"/>
                </a:lnTo>
                <a:lnTo>
                  <a:pt x="14454" y="7203"/>
                </a:lnTo>
                <a:lnTo>
                  <a:pt x="14527" y="7227"/>
                </a:lnTo>
                <a:lnTo>
                  <a:pt x="14624" y="7227"/>
                </a:lnTo>
                <a:lnTo>
                  <a:pt x="14722" y="7276"/>
                </a:lnTo>
                <a:lnTo>
                  <a:pt x="14843" y="7300"/>
                </a:lnTo>
                <a:lnTo>
                  <a:pt x="15111" y="7348"/>
                </a:lnTo>
                <a:lnTo>
                  <a:pt x="15598" y="7373"/>
                </a:lnTo>
                <a:lnTo>
                  <a:pt x="15962" y="7446"/>
                </a:lnTo>
                <a:lnTo>
                  <a:pt x="16352" y="7519"/>
                </a:lnTo>
                <a:lnTo>
                  <a:pt x="16571" y="7592"/>
                </a:lnTo>
                <a:lnTo>
                  <a:pt x="16692" y="7640"/>
                </a:lnTo>
                <a:lnTo>
                  <a:pt x="16814" y="7640"/>
                </a:lnTo>
                <a:lnTo>
                  <a:pt x="16765" y="7957"/>
                </a:lnTo>
                <a:lnTo>
                  <a:pt x="16765" y="8249"/>
                </a:lnTo>
                <a:lnTo>
                  <a:pt x="16765" y="8857"/>
                </a:lnTo>
                <a:lnTo>
                  <a:pt x="16765" y="9344"/>
                </a:lnTo>
                <a:lnTo>
                  <a:pt x="16765" y="9587"/>
                </a:lnTo>
                <a:lnTo>
                  <a:pt x="16790" y="9855"/>
                </a:lnTo>
                <a:lnTo>
                  <a:pt x="16522" y="9855"/>
                </a:lnTo>
                <a:lnTo>
                  <a:pt x="16571" y="9757"/>
                </a:lnTo>
                <a:lnTo>
                  <a:pt x="16546" y="9636"/>
                </a:lnTo>
                <a:lnTo>
                  <a:pt x="16522" y="9417"/>
                </a:lnTo>
                <a:lnTo>
                  <a:pt x="16473" y="9125"/>
                </a:lnTo>
                <a:lnTo>
                  <a:pt x="16449" y="9003"/>
                </a:lnTo>
                <a:lnTo>
                  <a:pt x="16400" y="8857"/>
                </a:lnTo>
                <a:lnTo>
                  <a:pt x="16376" y="8833"/>
                </a:lnTo>
                <a:lnTo>
                  <a:pt x="16327" y="8808"/>
                </a:lnTo>
                <a:lnTo>
                  <a:pt x="16279" y="8833"/>
                </a:lnTo>
                <a:lnTo>
                  <a:pt x="16254" y="8857"/>
                </a:lnTo>
                <a:lnTo>
                  <a:pt x="16206" y="9003"/>
                </a:lnTo>
                <a:lnTo>
                  <a:pt x="16181" y="9125"/>
                </a:lnTo>
                <a:lnTo>
                  <a:pt x="16133" y="9417"/>
                </a:lnTo>
                <a:lnTo>
                  <a:pt x="16133" y="9660"/>
                </a:lnTo>
                <a:lnTo>
                  <a:pt x="16157" y="9782"/>
                </a:lnTo>
                <a:lnTo>
                  <a:pt x="16206" y="9903"/>
                </a:lnTo>
                <a:lnTo>
                  <a:pt x="15768" y="9928"/>
                </a:lnTo>
                <a:lnTo>
                  <a:pt x="15671" y="9928"/>
                </a:lnTo>
                <a:lnTo>
                  <a:pt x="15719" y="9806"/>
                </a:lnTo>
                <a:lnTo>
                  <a:pt x="15768" y="9538"/>
                </a:lnTo>
                <a:lnTo>
                  <a:pt x="15841" y="9246"/>
                </a:lnTo>
                <a:lnTo>
                  <a:pt x="15865" y="8954"/>
                </a:lnTo>
                <a:lnTo>
                  <a:pt x="15841" y="8906"/>
                </a:lnTo>
                <a:lnTo>
                  <a:pt x="15817" y="8881"/>
                </a:lnTo>
                <a:lnTo>
                  <a:pt x="15744" y="8808"/>
                </a:lnTo>
                <a:lnTo>
                  <a:pt x="15671" y="8808"/>
                </a:lnTo>
                <a:lnTo>
                  <a:pt x="15622" y="8857"/>
                </a:lnTo>
                <a:lnTo>
                  <a:pt x="15573" y="8930"/>
                </a:lnTo>
                <a:lnTo>
                  <a:pt x="15427" y="9441"/>
                </a:lnTo>
                <a:lnTo>
                  <a:pt x="15330" y="9709"/>
                </a:lnTo>
                <a:lnTo>
                  <a:pt x="15330" y="9830"/>
                </a:lnTo>
                <a:lnTo>
                  <a:pt x="15330" y="9903"/>
                </a:lnTo>
                <a:lnTo>
                  <a:pt x="15354" y="9928"/>
                </a:lnTo>
                <a:lnTo>
                  <a:pt x="15135" y="9952"/>
                </a:lnTo>
                <a:lnTo>
                  <a:pt x="14916" y="9976"/>
                </a:lnTo>
                <a:lnTo>
                  <a:pt x="14965" y="9636"/>
                </a:lnTo>
                <a:lnTo>
                  <a:pt x="14989" y="9344"/>
                </a:lnTo>
                <a:lnTo>
                  <a:pt x="14989" y="9173"/>
                </a:lnTo>
                <a:lnTo>
                  <a:pt x="14941" y="9027"/>
                </a:lnTo>
                <a:lnTo>
                  <a:pt x="14916" y="8979"/>
                </a:lnTo>
                <a:lnTo>
                  <a:pt x="14868" y="8954"/>
                </a:lnTo>
                <a:lnTo>
                  <a:pt x="14819" y="8954"/>
                </a:lnTo>
                <a:lnTo>
                  <a:pt x="14770" y="8979"/>
                </a:lnTo>
                <a:lnTo>
                  <a:pt x="14697" y="9100"/>
                </a:lnTo>
                <a:lnTo>
                  <a:pt x="14649" y="9198"/>
                </a:lnTo>
                <a:lnTo>
                  <a:pt x="14600" y="9465"/>
                </a:lnTo>
                <a:lnTo>
                  <a:pt x="14405" y="10171"/>
                </a:lnTo>
                <a:lnTo>
                  <a:pt x="14405" y="10244"/>
                </a:lnTo>
                <a:lnTo>
                  <a:pt x="14430" y="10317"/>
                </a:lnTo>
                <a:lnTo>
                  <a:pt x="14284" y="10585"/>
                </a:lnTo>
                <a:lnTo>
                  <a:pt x="14162" y="10877"/>
                </a:lnTo>
                <a:lnTo>
                  <a:pt x="14065" y="11047"/>
                </a:lnTo>
                <a:lnTo>
                  <a:pt x="13943" y="11193"/>
                </a:lnTo>
                <a:lnTo>
                  <a:pt x="13724" y="11461"/>
                </a:lnTo>
                <a:lnTo>
                  <a:pt x="13675" y="11558"/>
                </a:lnTo>
                <a:lnTo>
                  <a:pt x="13675" y="11631"/>
                </a:lnTo>
                <a:lnTo>
                  <a:pt x="13675" y="11704"/>
                </a:lnTo>
                <a:lnTo>
                  <a:pt x="13724" y="11753"/>
                </a:lnTo>
                <a:lnTo>
                  <a:pt x="13773" y="11801"/>
                </a:lnTo>
                <a:lnTo>
                  <a:pt x="13846" y="11826"/>
                </a:lnTo>
                <a:lnTo>
                  <a:pt x="13919" y="11826"/>
                </a:lnTo>
                <a:lnTo>
                  <a:pt x="13992" y="11777"/>
                </a:lnTo>
                <a:lnTo>
                  <a:pt x="14113" y="11972"/>
                </a:lnTo>
                <a:lnTo>
                  <a:pt x="14259" y="12142"/>
                </a:lnTo>
                <a:lnTo>
                  <a:pt x="14551" y="12507"/>
                </a:lnTo>
                <a:lnTo>
                  <a:pt x="14868" y="12945"/>
                </a:lnTo>
                <a:lnTo>
                  <a:pt x="15135" y="13407"/>
                </a:lnTo>
                <a:lnTo>
                  <a:pt x="14941" y="13651"/>
                </a:lnTo>
                <a:lnTo>
                  <a:pt x="14722" y="13894"/>
                </a:lnTo>
                <a:lnTo>
                  <a:pt x="14284" y="14332"/>
                </a:lnTo>
                <a:lnTo>
                  <a:pt x="13943" y="14673"/>
                </a:lnTo>
                <a:lnTo>
                  <a:pt x="13773" y="14843"/>
                </a:lnTo>
                <a:lnTo>
                  <a:pt x="13627" y="15038"/>
                </a:lnTo>
                <a:lnTo>
                  <a:pt x="13383" y="14867"/>
                </a:lnTo>
                <a:lnTo>
                  <a:pt x="13578" y="14794"/>
                </a:lnTo>
                <a:lnTo>
                  <a:pt x="13748" y="14673"/>
                </a:lnTo>
                <a:lnTo>
                  <a:pt x="14040" y="14478"/>
                </a:lnTo>
                <a:lnTo>
                  <a:pt x="14113" y="14429"/>
                </a:lnTo>
                <a:lnTo>
                  <a:pt x="14138" y="14356"/>
                </a:lnTo>
                <a:lnTo>
                  <a:pt x="14138" y="14283"/>
                </a:lnTo>
                <a:lnTo>
                  <a:pt x="14113" y="14235"/>
                </a:lnTo>
                <a:lnTo>
                  <a:pt x="14065" y="14186"/>
                </a:lnTo>
                <a:lnTo>
                  <a:pt x="14016" y="14162"/>
                </a:lnTo>
                <a:lnTo>
                  <a:pt x="13943" y="14137"/>
                </a:lnTo>
                <a:lnTo>
                  <a:pt x="13870" y="14162"/>
                </a:lnTo>
                <a:lnTo>
                  <a:pt x="13602" y="14308"/>
                </a:lnTo>
                <a:lnTo>
                  <a:pt x="13335" y="14478"/>
                </a:lnTo>
                <a:lnTo>
                  <a:pt x="13043" y="14624"/>
                </a:lnTo>
                <a:lnTo>
                  <a:pt x="12897" y="14527"/>
                </a:lnTo>
                <a:lnTo>
                  <a:pt x="12945" y="14502"/>
                </a:lnTo>
                <a:lnTo>
                  <a:pt x="13213" y="14332"/>
                </a:lnTo>
                <a:lnTo>
                  <a:pt x="13310" y="14210"/>
                </a:lnTo>
                <a:lnTo>
                  <a:pt x="13383" y="14113"/>
                </a:lnTo>
                <a:lnTo>
                  <a:pt x="13408" y="14040"/>
                </a:lnTo>
                <a:lnTo>
                  <a:pt x="13408" y="13967"/>
                </a:lnTo>
                <a:lnTo>
                  <a:pt x="13383" y="13918"/>
                </a:lnTo>
                <a:lnTo>
                  <a:pt x="13359" y="13845"/>
                </a:lnTo>
                <a:lnTo>
                  <a:pt x="13310" y="13821"/>
                </a:lnTo>
                <a:lnTo>
                  <a:pt x="13237" y="13797"/>
                </a:lnTo>
                <a:lnTo>
                  <a:pt x="13189" y="13797"/>
                </a:lnTo>
                <a:lnTo>
                  <a:pt x="13116" y="13821"/>
                </a:lnTo>
                <a:lnTo>
                  <a:pt x="13018" y="13894"/>
                </a:lnTo>
                <a:lnTo>
                  <a:pt x="12921" y="13991"/>
                </a:lnTo>
                <a:lnTo>
                  <a:pt x="12799" y="14089"/>
                </a:lnTo>
                <a:lnTo>
                  <a:pt x="12702" y="14162"/>
                </a:lnTo>
                <a:lnTo>
                  <a:pt x="12556" y="14283"/>
                </a:lnTo>
                <a:lnTo>
                  <a:pt x="12264" y="14040"/>
                </a:lnTo>
                <a:lnTo>
                  <a:pt x="12532" y="13870"/>
                </a:lnTo>
                <a:lnTo>
                  <a:pt x="12653" y="13797"/>
                </a:lnTo>
                <a:lnTo>
                  <a:pt x="12799" y="13699"/>
                </a:lnTo>
                <a:lnTo>
                  <a:pt x="12848" y="13651"/>
                </a:lnTo>
                <a:lnTo>
                  <a:pt x="12897" y="13578"/>
                </a:lnTo>
                <a:lnTo>
                  <a:pt x="12921" y="13505"/>
                </a:lnTo>
                <a:lnTo>
                  <a:pt x="12897" y="13432"/>
                </a:lnTo>
                <a:lnTo>
                  <a:pt x="12872" y="13359"/>
                </a:lnTo>
                <a:lnTo>
                  <a:pt x="12824" y="13334"/>
                </a:lnTo>
                <a:lnTo>
                  <a:pt x="12702" y="13334"/>
                </a:lnTo>
                <a:lnTo>
                  <a:pt x="12556" y="13407"/>
                </a:lnTo>
                <a:lnTo>
                  <a:pt x="12459" y="13480"/>
                </a:lnTo>
                <a:lnTo>
                  <a:pt x="12167" y="13651"/>
                </a:lnTo>
                <a:lnTo>
                  <a:pt x="11899" y="13821"/>
                </a:lnTo>
                <a:lnTo>
                  <a:pt x="11777" y="13797"/>
                </a:lnTo>
                <a:lnTo>
                  <a:pt x="11680" y="13772"/>
                </a:lnTo>
                <a:lnTo>
                  <a:pt x="11607" y="13797"/>
                </a:lnTo>
                <a:lnTo>
                  <a:pt x="11558" y="13845"/>
                </a:lnTo>
                <a:lnTo>
                  <a:pt x="11510" y="13821"/>
                </a:lnTo>
                <a:lnTo>
                  <a:pt x="11437" y="13845"/>
                </a:lnTo>
                <a:lnTo>
                  <a:pt x="11388" y="13845"/>
                </a:lnTo>
                <a:lnTo>
                  <a:pt x="11266" y="13918"/>
                </a:lnTo>
                <a:lnTo>
                  <a:pt x="11120" y="14016"/>
                </a:lnTo>
                <a:lnTo>
                  <a:pt x="10974" y="14064"/>
                </a:lnTo>
                <a:lnTo>
                  <a:pt x="10682" y="14137"/>
                </a:lnTo>
                <a:lnTo>
                  <a:pt x="10536" y="14186"/>
                </a:lnTo>
                <a:lnTo>
                  <a:pt x="10415" y="14283"/>
                </a:lnTo>
                <a:lnTo>
                  <a:pt x="10269" y="14283"/>
                </a:lnTo>
                <a:lnTo>
                  <a:pt x="10220" y="14332"/>
                </a:lnTo>
                <a:lnTo>
                  <a:pt x="10171" y="14405"/>
                </a:lnTo>
                <a:lnTo>
                  <a:pt x="10171" y="14429"/>
                </a:lnTo>
                <a:lnTo>
                  <a:pt x="10123" y="14429"/>
                </a:lnTo>
                <a:lnTo>
                  <a:pt x="10001" y="14478"/>
                </a:lnTo>
                <a:lnTo>
                  <a:pt x="9879" y="14527"/>
                </a:lnTo>
                <a:lnTo>
                  <a:pt x="9636" y="14648"/>
                </a:lnTo>
                <a:lnTo>
                  <a:pt x="9514" y="14697"/>
                </a:lnTo>
                <a:lnTo>
                  <a:pt x="9393" y="14721"/>
                </a:lnTo>
                <a:lnTo>
                  <a:pt x="9271" y="14746"/>
                </a:lnTo>
                <a:lnTo>
                  <a:pt x="9149" y="14794"/>
                </a:lnTo>
                <a:lnTo>
                  <a:pt x="9101" y="14867"/>
                </a:lnTo>
                <a:lnTo>
                  <a:pt x="9101" y="14892"/>
                </a:lnTo>
                <a:lnTo>
                  <a:pt x="9125" y="14940"/>
                </a:lnTo>
                <a:lnTo>
                  <a:pt x="9198" y="15013"/>
                </a:lnTo>
                <a:lnTo>
                  <a:pt x="9295" y="15062"/>
                </a:lnTo>
                <a:lnTo>
                  <a:pt x="9417" y="15086"/>
                </a:lnTo>
                <a:lnTo>
                  <a:pt x="9539" y="15062"/>
                </a:lnTo>
                <a:lnTo>
                  <a:pt x="9685" y="15038"/>
                </a:lnTo>
                <a:lnTo>
                  <a:pt x="9831" y="14989"/>
                </a:lnTo>
                <a:lnTo>
                  <a:pt x="10098" y="14843"/>
                </a:lnTo>
                <a:lnTo>
                  <a:pt x="10074" y="14989"/>
                </a:lnTo>
                <a:lnTo>
                  <a:pt x="9879" y="15086"/>
                </a:lnTo>
                <a:lnTo>
                  <a:pt x="9660" y="15208"/>
                </a:lnTo>
                <a:lnTo>
                  <a:pt x="9417" y="15281"/>
                </a:lnTo>
                <a:lnTo>
                  <a:pt x="9295" y="15330"/>
                </a:lnTo>
                <a:lnTo>
                  <a:pt x="9198" y="15403"/>
                </a:lnTo>
                <a:lnTo>
                  <a:pt x="9174" y="15476"/>
                </a:lnTo>
                <a:lnTo>
                  <a:pt x="9198" y="15500"/>
                </a:lnTo>
                <a:lnTo>
                  <a:pt x="9198" y="15548"/>
                </a:lnTo>
                <a:lnTo>
                  <a:pt x="9271" y="15597"/>
                </a:lnTo>
                <a:lnTo>
                  <a:pt x="9344" y="15621"/>
                </a:lnTo>
                <a:lnTo>
                  <a:pt x="9417" y="15646"/>
                </a:lnTo>
                <a:lnTo>
                  <a:pt x="9514" y="15621"/>
                </a:lnTo>
                <a:lnTo>
                  <a:pt x="9685" y="15597"/>
                </a:lnTo>
                <a:lnTo>
                  <a:pt x="9831" y="15548"/>
                </a:lnTo>
                <a:lnTo>
                  <a:pt x="10001" y="15476"/>
                </a:lnTo>
                <a:lnTo>
                  <a:pt x="9977" y="15767"/>
                </a:lnTo>
                <a:lnTo>
                  <a:pt x="9952" y="15792"/>
                </a:lnTo>
                <a:lnTo>
                  <a:pt x="9904" y="15816"/>
                </a:lnTo>
                <a:lnTo>
                  <a:pt x="9636" y="15913"/>
                </a:lnTo>
                <a:lnTo>
                  <a:pt x="9368" y="15986"/>
                </a:lnTo>
                <a:lnTo>
                  <a:pt x="9198" y="16011"/>
                </a:lnTo>
                <a:lnTo>
                  <a:pt x="9125" y="16059"/>
                </a:lnTo>
                <a:lnTo>
                  <a:pt x="9101" y="16084"/>
                </a:lnTo>
                <a:lnTo>
                  <a:pt x="9076" y="16108"/>
                </a:lnTo>
                <a:lnTo>
                  <a:pt x="9076" y="16181"/>
                </a:lnTo>
                <a:lnTo>
                  <a:pt x="9101" y="16205"/>
                </a:lnTo>
                <a:lnTo>
                  <a:pt x="9198" y="16254"/>
                </a:lnTo>
                <a:lnTo>
                  <a:pt x="9295" y="16303"/>
                </a:lnTo>
                <a:lnTo>
                  <a:pt x="9636" y="16303"/>
                </a:lnTo>
                <a:lnTo>
                  <a:pt x="9855" y="16230"/>
                </a:lnTo>
                <a:lnTo>
                  <a:pt x="9831" y="16424"/>
                </a:lnTo>
                <a:lnTo>
                  <a:pt x="9831" y="16643"/>
                </a:lnTo>
                <a:lnTo>
                  <a:pt x="9271" y="16668"/>
                </a:lnTo>
                <a:lnTo>
                  <a:pt x="8711" y="16692"/>
                </a:lnTo>
                <a:lnTo>
                  <a:pt x="7981" y="16692"/>
                </a:lnTo>
                <a:lnTo>
                  <a:pt x="7738" y="16716"/>
                </a:lnTo>
                <a:lnTo>
                  <a:pt x="7763" y="16595"/>
                </a:lnTo>
                <a:lnTo>
                  <a:pt x="7763" y="16449"/>
                </a:lnTo>
                <a:lnTo>
                  <a:pt x="7738" y="16181"/>
                </a:lnTo>
                <a:lnTo>
                  <a:pt x="7641" y="15694"/>
                </a:lnTo>
                <a:lnTo>
                  <a:pt x="7592" y="15330"/>
                </a:lnTo>
                <a:lnTo>
                  <a:pt x="7519" y="14892"/>
                </a:lnTo>
                <a:lnTo>
                  <a:pt x="7471" y="14673"/>
                </a:lnTo>
                <a:lnTo>
                  <a:pt x="7373" y="14502"/>
                </a:lnTo>
                <a:lnTo>
                  <a:pt x="7276" y="14356"/>
                </a:lnTo>
                <a:lnTo>
                  <a:pt x="7203" y="14308"/>
                </a:lnTo>
                <a:lnTo>
                  <a:pt x="7130" y="14259"/>
                </a:lnTo>
                <a:lnTo>
                  <a:pt x="7033" y="14259"/>
                </a:lnTo>
                <a:lnTo>
                  <a:pt x="6960" y="14283"/>
                </a:lnTo>
                <a:lnTo>
                  <a:pt x="6716" y="14210"/>
                </a:lnTo>
                <a:lnTo>
                  <a:pt x="6497" y="14137"/>
                </a:lnTo>
                <a:lnTo>
                  <a:pt x="6327" y="14064"/>
                </a:lnTo>
                <a:lnTo>
                  <a:pt x="6157" y="13991"/>
                </a:lnTo>
                <a:lnTo>
                  <a:pt x="5986" y="13918"/>
                </a:lnTo>
                <a:lnTo>
                  <a:pt x="5816" y="13845"/>
                </a:lnTo>
                <a:lnTo>
                  <a:pt x="5743" y="13772"/>
                </a:lnTo>
                <a:lnTo>
                  <a:pt x="5646" y="13724"/>
                </a:lnTo>
                <a:lnTo>
                  <a:pt x="5597" y="13699"/>
                </a:lnTo>
                <a:lnTo>
                  <a:pt x="5548" y="13724"/>
                </a:lnTo>
                <a:lnTo>
                  <a:pt x="5500" y="13748"/>
                </a:lnTo>
                <a:lnTo>
                  <a:pt x="5427" y="13772"/>
                </a:lnTo>
                <a:lnTo>
                  <a:pt x="5062" y="13602"/>
                </a:lnTo>
                <a:lnTo>
                  <a:pt x="4843" y="13505"/>
                </a:lnTo>
                <a:lnTo>
                  <a:pt x="4721" y="13480"/>
                </a:lnTo>
                <a:lnTo>
                  <a:pt x="4648" y="13480"/>
                </a:lnTo>
                <a:lnTo>
                  <a:pt x="4599" y="13505"/>
                </a:lnTo>
                <a:lnTo>
                  <a:pt x="4551" y="13529"/>
                </a:lnTo>
                <a:lnTo>
                  <a:pt x="4526" y="13602"/>
                </a:lnTo>
                <a:lnTo>
                  <a:pt x="4551" y="13651"/>
                </a:lnTo>
                <a:lnTo>
                  <a:pt x="4575" y="13724"/>
                </a:lnTo>
                <a:lnTo>
                  <a:pt x="4672" y="13821"/>
                </a:lnTo>
                <a:lnTo>
                  <a:pt x="4916" y="13967"/>
                </a:lnTo>
                <a:lnTo>
                  <a:pt x="5135" y="14113"/>
                </a:lnTo>
                <a:lnTo>
                  <a:pt x="4989" y="14283"/>
                </a:lnTo>
                <a:lnTo>
                  <a:pt x="4940" y="14210"/>
                </a:lnTo>
                <a:lnTo>
                  <a:pt x="4891" y="14137"/>
                </a:lnTo>
                <a:lnTo>
                  <a:pt x="4843" y="14113"/>
                </a:lnTo>
                <a:lnTo>
                  <a:pt x="4794" y="14113"/>
                </a:lnTo>
                <a:lnTo>
                  <a:pt x="4672" y="14089"/>
                </a:lnTo>
                <a:lnTo>
                  <a:pt x="4526" y="14064"/>
                </a:lnTo>
                <a:lnTo>
                  <a:pt x="4380" y="13991"/>
                </a:lnTo>
                <a:lnTo>
                  <a:pt x="4259" y="13918"/>
                </a:lnTo>
                <a:lnTo>
                  <a:pt x="4137" y="13821"/>
                </a:lnTo>
                <a:lnTo>
                  <a:pt x="4015" y="13748"/>
                </a:lnTo>
                <a:lnTo>
                  <a:pt x="3894" y="13699"/>
                </a:lnTo>
                <a:lnTo>
                  <a:pt x="3821" y="13699"/>
                </a:lnTo>
                <a:lnTo>
                  <a:pt x="3796" y="13724"/>
                </a:lnTo>
                <a:lnTo>
                  <a:pt x="3772" y="13772"/>
                </a:lnTo>
                <a:lnTo>
                  <a:pt x="3772" y="13870"/>
                </a:lnTo>
                <a:lnTo>
                  <a:pt x="3796" y="13943"/>
                </a:lnTo>
                <a:lnTo>
                  <a:pt x="3845" y="14040"/>
                </a:lnTo>
                <a:lnTo>
                  <a:pt x="3894" y="14113"/>
                </a:lnTo>
                <a:lnTo>
                  <a:pt x="4015" y="14235"/>
                </a:lnTo>
                <a:lnTo>
                  <a:pt x="4186" y="14332"/>
                </a:lnTo>
                <a:lnTo>
                  <a:pt x="4307" y="14405"/>
                </a:lnTo>
                <a:lnTo>
                  <a:pt x="4453" y="14478"/>
                </a:lnTo>
                <a:lnTo>
                  <a:pt x="4599" y="14502"/>
                </a:lnTo>
                <a:lnTo>
                  <a:pt x="4745" y="14502"/>
                </a:lnTo>
                <a:lnTo>
                  <a:pt x="4380" y="14819"/>
                </a:lnTo>
                <a:lnTo>
                  <a:pt x="4356" y="14746"/>
                </a:lnTo>
                <a:lnTo>
                  <a:pt x="4307" y="14697"/>
                </a:lnTo>
                <a:lnTo>
                  <a:pt x="4259" y="14673"/>
                </a:lnTo>
                <a:lnTo>
                  <a:pt x="4186" y="14648"/>
                </a:lnTo>
                <a:lnTo>
                  <a:pt x="4088" y="14648"/>
                </a:lnTo>
                <a:lnTo>
                  <a:pt x="3991" y="14600"/>
                </a:lnTo>
                <a:lnTo>
                  <a:pt x="3845" y="14502"/>
                </a:lnTo>
                <a:lnTo>
                  <a:pt x="3675" y="14356"/>
                </a:lnTo>
                <a:lnTo>
                  <a:pt x="3626" y="14332"/>
                </a:lnTo>
                <a:lnTo>
                  <a:pt x="3577" y="14308"/>
                </a:lnTo>
                <a:lnTo>
                  <a:pt x="3529" y="14283"/>
                </a:lnTo>
                <a:lnTo>
                  <a:pt x="3480" y="14259"/>
                </a:lnTo>
                <a:lnTo>
                  <a:pt x="3431" y="14259"/>
                </a:lnTo>
                <a:lnTo>
                  <a:pt x="3407" y="14283"/>
                </a:lnTo>
                <a:lnTo>
                  <a:pt x="3383" y="14405"/>
                </a:lnTo>
                <a:lnTo>
                  <a:pt x="3358" y="14478"/>
                </a:lnTo>
                <a:lnTo>
                  <a:pt x="3383" y="14551"/>
                </a:lnTo>
                <a:lnTo>
                  <a:pt x="3407" y="14624"/>
                </a:lnTo>
                <a:lnTo>
                  <a:pt x="3456" y="14697"/>
                </a:lnTo>
                <a:lnTo>
                  <a:pt x="3577" y="14819"/>
                </a:lnTo>
                <a:lnTo>
                  <a:pt x="3675" y="14916"/>
                </a:lnTo>
                <a:lnTo>
                  <a:pt x="3772" y="14989"/>
                </a:lnTo>
                <a:lnTo>
                  <a:pt x="3894" y="15038"/>
                </a:lnTo>
                <a:lnTo>
                  <a:pt x="4015" y="15086"/>
                </a:lnTo>
                <a:lnTo>
                  <a:pt x="3796" y="15208"/>
                </a:lnTo>
                <a:lnTo>
                  <a:pt x="3748" y="15159"/>
                </a:lnTo>
                <a:lnTo>
                  <a:pt x="3529" y="14989"/>
                </a:lnTo>
                <a:lnTo>
                  <a:pt x="3310" y="14819"/>
                </a:lnTo>
                <a:lnTo>
                  <a:pt x="2920" y="14429"/>
                </a:lnTo>
                <a:lnTo>
                  <a:pt x="2555" y="14064"/>
                </a:lnTo>
                <a:lnTo>
                  <a:pt x="2385" y="13845"/>
                </a:lnTo>
                <a:lnTo>
                  <a:pt x="2239" y="13626"/>
                </a:lnTo>
                <a:lnTo>
                  <a:pt x="2409" y="13456"/>
                </a:lnTo>
                <a:lnTo>
                  <a:pt x="2555" y="13237"/>
                </a:lnTo>
                <a:lnTo>
                  <a:pt x="2799" y="12848"/>
                </a:lnTo>
                <a:lnTo>
                  <a:pt x="3212" y="12312"/>
                </a:lnTo>
                <a:lnTo>
                  <a:pt x="3626" y="11801"/>
                </a:lnTo>
                <a:lnTo>
                  <a:pt x="3626" y="11777"/>
                </a:lnTo>
                <a:lnTo>
                  <a:pt x="3723" y="11704"/>
                </a:lnTo>
                <a:lnTo>
                  <a:pt x="3748" y="11607"/>
                </a:lnTo>
                <a:lnTo>
                  <a:pt x="3772" y="11558"/>
                </a:lnTo>
                <a:lnTo>
                  <a:pt x="3748" y="11485"/>
                </a:lnTo>
                <a:lnTo>
                  <a:pt x="3723" y="11436"/>
                </a:lnTo>
                <a:lnTo>
                  <a:pt x="3675" y="11388"/>
                </a:lnTo>
                <a:lnTo>
                  <a:pt x="3529" y="11266"/>
                </a:lnTo>
                <a:lnTo>
                  <a:pt x="3407" y="11096"/>
                </a:lnTo>
                <a:lnTo>
                  <a:pt x="3164" y="10779"/>
                </a:lnTo>
                <a:lnTo>
                  <a:pt x="3018" y="10536"/>
                </a:lnTo>
                <a:lnTo>
                  <a:pt x="3018" y="10463"/>
                </a:lnTo>
                <a:lnTo>
                  <a:pt x="2993" y="10366"/>
                </a:lnTo>
                <a:lnTo>
                  <a:pt x="2945" y="10293"/>
                </a:lnTo>
                <a:lnTo>
                  <a:pt x="2872" y="10244"/>
                </a:lnTo>
                <a:lnTo>
                  <a:pt x="2774" y="10220"/>
                </a:lnTo>
                <a:lnTo>
                  <a:pt x="1704" y="10122"/>
                </a:lnTo>
                <a:lnTo>
                  <a:pt x="1144" y="10074"/>
                </a:lnTo>
                <a:lnTo>
                  <a:pt x="876" y="10025"/>
                </a:lnTo>
                <a:lnTo>
                  <a:pt x="633" y="9952"/>
                </a:lnTo>
                <a:lnTo>
                  <a:pt x="633" y="9830"/>
                </a:lnTo>
                <a:lnTo>
                  <a:pt x="609" y="9709"/>
                </a:lnTo>
                <a:lnTo>
                  <a:pt x="584" y="9587"/>
                </a:lnTo>
                <a:lnTo>
                  <a:pt x="560" y="9441"/>
                </a:lnTo>
                <a:lnTo>
                  <a:pt x="536" y="9052"/>
                </a:lnTo>
                <a:lnTo>
                  <a:pt x="560" y="8638"/>
                </a:lnTo>
                <a:lnTo>
                  <a:pt x="584" y="8395"/>
                </a:lnTo>
                <a:lnTo>
                  <a:pt x="609" y="8127"/>
                </a:lnTo>
                <a:lnTo>
                  <a:pt x="633" y="7835"/>
                </a:lnTo>
                <a:lnTo>
                  <a:pt x="633" y="7689"/>
                </a:lnTo>
                <a:lnTo>
                  <a:pt x="609" y="7567"/>
                </a:lnTo>
                <a:lnTo>
                  <a:pt x="803" y="7519"/>
                </a:lnTo>
                <a:lnTo>
                  <a:pt x="1217" y="7421"/>
                </a:lnTo>
                <a:lnTo>
                  <a:pt x="1095" y="7592"/>
                </a:lnTo>
                <a:lnTo>
                  <a:pt x="998" y="7762"/>
                </a:lnTo>
                <a:lnTo>
                  <a:pt x="876" y="8103"/>
                </a:lnTo>
                <a:lnTo>
                  <a:pt x="876" y="8151"/>
                </a:lnTo>
                <a:lnTo>
                  <a:pt x="876" y="8224"/>
                </a:lnTo>
                <a:lnTo>
                  <a:pt x="901" y="8273"/>
                </a:lnTo>
                <a:lnTo>
                  <a:pt x="925" y="8297"/>
                </a:lnTo>
                <a:lnTo>
                  <a:pt x="1022" y="8370"/>
                </a:lnTo>
                <a:lnTo>
                  <a:pt x="1144" y="8370"/>
                </a:lnTo>
                <a:lnTo>
                  <a:pt x="1193" y="8346"/>
                </a:lnTo>
                <a:lnTo>
                  <a:pt x="1217" y="8297"/>
                </a:lnTo>
                <a:lnTo>
                  <a:pt x="1290" y="8224"/>
                </a:lnTo>
                <a:lnTo>
                  <a:pt x="1363" y="7981"/>
                </a:lnTo>
                <a:lnTo>
                  <a:pt x="1460" y="7738"/>
                </a:lnTo>
                <a:lnTo>
                  <a:pt x="1558" y="7543"/>
                </a:lnTo>
                <a:lnTo>
                  <a:pt x="1655" y="7348"/>
                </a:lnTo>
                <a:lnTo>
                  <a:pt x="1850" y="7348"/>
                </a:lnTo>
                <a:lnTo>
                  <a:pt x="1752" y="7519"/>
                </a:lnTo>
                <a:lnTo>
                  <a:pt x="1655" y="7689"/>
                </a:lnTo>
                <a:lnTo>
                  <a:pt x="1606" y="7884"/>
                </a:lnTo>
                <a:lnTo>
                  <a:pt x="1558" y="8054"/>
                </a:lnTo>
                <a:lnTo>
                  <a:pt x="1558" y="8127"/>
                </a:lnTo>
                <a:lnTo>
                  <a:pt x="1558" y="8176"/>
                </a:lnTo>
                <a:lnTo>
                  <a:pt x="1606" y="8224"/>
                </a:lnTo>
                <a:lnTo>
                  <a:pt x="1655" y="8273"/>
                </a:lnTo>
                <a:lnTo>
                  <a:pt x="1728" y="8322"/>
                </a:lnTo>
                <a:lnTo>
                  <a:pt x="1801" y="8297"/>
                </a:lnTo>
                <a:lnTo>
                  <a:pt x="1898" y="8249"/>
                </a:lnTo>
                <a:lnTo>
                  <a:pt x="1923" y="8200"/>
                </a:lnTo>
                <a:lnTo>
                  <a:pt x="1947" y="8151"/>
                </a:lnTo>
                <a:lnTo>
                  <a:pt x="1996" y="7908"/>
                </a:lnTo>
                <a:lnTo>
                  <a:pt x="2093" y="7689"/>
                </a:lnTo>
                <a:lnTo>
                  <a:pt x="2166" y="7519"/>
                </a:lnTo>
                <a:lnTo>
                  <a:pt x="2239" y="7324"/>
                </a:lnTo>
                <a:lnTo>
                  <a:pt x="2409" y="7324"/>
                </a:lnTo>
                <a:lnTo>
                  <a:pt x="2361" y="7494"/>
                </a:lnTo>
                <a:lnTo>
                  <a:pt x="2239" y="7762"/>
                </a:lnTo>
                <a:lnTo>
                  <a:pt x="2215" y="7908"/>
                </a:lnTo>
                <a:lnTo>
                  <a:pt x="2190" y="8054"/>
                </a:lnTo>
                <a:lnTo>
                  <a:pt x="2215" y="8127"/>
                </a:lnTo>
                <a:lnTo>
                  <a:pt x="2239" y="8176"/>
                </a:lnTo>
                <a:lnTo>
                  <a:pt x="2288" y="8200"/>
                </a:lnTo>
                <a:lnTo>
                  <a:pt x="2336" y="8224"/>
                </a:lnTo>
                <a:lnTo>
                  <a:pt x="2385" y="8249"/>
                </a:lnTo>
                <a:lnTo>
                  <a:pt x="2434" y="8224"/>
                </a:lnTo>
                <a:lnTo>
                  <a:pt x="2482" y="8200"/>
                </a:lnTo>
                <a:lnTo>
                  <a:pt x="2507" y="8151"/>
                </a:lnTo>
                <a:lnTo>
                  <a:pt x="2555" y="8030"/>
                </a:lnTo>
                <a:lnTo>
                  <a:pt x="2580" y="7908"/>
                </a:lnTo>
                <a:lnTo>
                  <a:pt x="2628" y="7665"/>
                </a:lnTo>
                <a:lnTo>
                  <a:pt x="2677" y="7494"/>
                </a:lnTo>
                <a:lnTo>
                  <a:pt x="2701" y="7300"/>
                </a:lnTo>
                <a:lnTo>
                  <a:pt x="2847" y="7276"/>
                </a:lnTo>
                <a:lnTo>
                  <a:pt x="2920" y="7251"/>
                </a:lnTo>
                <a:lnTo>
                  <a:pt x="2969" y="7203"/>
                </a:lnTo>
                <a:lnTo>
                  <a:pt x="2993" y="7154"/>
                </a:lnTo>
                <a:lnTo>
                  <a:pt x="2993" y="7081"/>
                </a:lnTo>
                <a:lnTo>
                  <a:pt x="3042" y="7008"/>
                </a:lnTo>
                <a:lnTo>
                  <a:pt x="3066" y="6935"/>
                </a:lnTo>
                <a:lnTo>
                  <a:pt x="3066" y="6765"/>
                </a:lnTo>
                <a:lnTo>
                  <a:pt x="3115" y="6594"/>
                </a:lnTo>
                <a:lnTo>
                  <a:pt x="3212" y="6278"/>
                </a:lnTo>
                <a:lnTo>
                  <a:pt x="3456" y="5670"/>
                </a:lnTo>
                <a:lnTo>
                  <a:pt x="3553" y="5597"/>
                </a:lnTo>
                <a:lnTo>
                  <a:pt x="3602" y="5475"/>
                </a:lnTo>
                <a:lnTo>
                  <a:pt x="3602" y="5426"/>
                </a:lnTo>
                <a:lnTo>
                  <a:pt x="3602" y="5353"/>
                </a:lnTo>
                <a:lnTo>
                  <a:pt x="3577" y="5305"/>
                </a:lnTo>
                <a:lnTo>
                  <a:pt x="3529" y="5232"/>
                </a:lnTo>
                <a:lnTo>
                  <a:pt x="3139" y="4842"/>
                </a:lnTo>
                <a:lnTo>
                  <a:pt x="2799" y="4429"/>
                </a:lnTo>
                <a:lnTo>
                  <a:pt x="2434" y="4015"/>
                </a:lnTo>
                <a:lnTo>
                  <a:pt x="2069" y="3626"/>
                </a:lnTo>
                <a:lnTo>
                  <a:pt x="2263" y="3480"/>
                </a:lnTo>
                <a:lnTo>
                  <a:pt x="2458" y="3285"/>
                </a:lnTo>
                <a:lnTo>
                  <a:pt x="2799" y="2871"/>
                </a:lnTo>
                <a:lnTo>
                  <a:pt x="2993" y="2677"/>
                </a:lnTo>
                <a:lnTo>
                  <a:pt x="3164" y="2482"/>
                </a:lnTo>
                <a:lnTo>
                  <a:pt x="3383" y="2336"/>
                </a:lnTo>
                <a:lnTo>
                  <a:pt x="3504" y="2287"/>
                </a:lnTo>
                <a:lnTo>
                  <a:pt x="3626" y="2239"/>
                </a:lnTo>
                <a:lnTo>
                  <a:pt x="3723" y="2190"/>
                </a:lnTo>
                <a:lnTo>
                  <a:pt x="3577" y="2287"/>
                </a:lnTo>
                <a:lnTo>
                  <a:pt x="3431" y="2409"/>
                </a:lnTo>
                <a:lnTo>
                  <a:pt x="3261" y="2579"/>
                </a:lnTo>
                <a:lnTo>
                  <a:pt x="3188" y="2677"/>
                </a:lnTo>
                <a:lnTo>
                  <a:pt x="3139" y="2750"/>
                </a:lnTo>
                <a:lnTo>
                  <a:pt x="3091" y="2847"/>
                </a:lnTo>
                <a:lnTo>
                  <a:pt x="3091" y="2944"/>
                </a:lnTo>
                <a:lnTo>
                  <a:pt x="3115" y="3017"/>
                </a:lnTo>
                <a:lnTo>
                  <a:pt x="3164" y="3066"/>
                </a:lnTo>
                <a:lnTo>
                  <a:pt x="3212" y="3115"/>
                </a:lnTo>
                <a:lnTo>
                  <a:pt x="3310" y="3090"/>
                </a:lnTo>
                <a:lnTo>
                  <a:pt x="3383" y="3066"/>
                </a:lnTo>
                <a:lnTo>
                  <a:pt x="3431" y="3017"/>
                </a:lnTo>
                <a:lnTo>
                  <a:pt x="3553" y="2871"/>
                </a:lnTo>
                <a:lnTo>
                  <a:pt x="3675" y="2701"/>
                </a:lnTo>
                <a:lnTo>
                  <a:pt x="3845" y="2555"/>
                </a:lnTo>
                <a:lnTo>
                  <a:pt x="4064" y="2433"/>
                </a:lnTo>
                <a:lnTo>
                  <a:pt x="4161" y="2482"/>
                </a:lnTo>
                <a:lnTo>
                  <a:pt x="4015" y="2579"/>
                </a:lnTo>
                <a:lnTo>
                  <a:pt x="3894" y="2677"/>
                </a:lnTo>
                <a:lnTo>
                  <a:pt x="3772" y="2798"/>
                </a:lnTo>
                <a:lnTo>
                  <a:pt x="3650" y="2944"/>
                </a:lnTo>
                <a:lnTo>
                  <a:pt x="3602" y="3017"/>
                </a:lnTo>
                <a:lnTo>
                  <a:pt x="3577" y="3115"/>
                </a:lnTo>
                <a:lnTo>
                  <a:pt x="3553" y="3188"/>
                </a:lnTo>
                <a:lnTo>
                  <a:pt x="3553" y="3285"/>
                </a:lnTo>
                <a:lnTo>
                  <a:pt x="3577" y="3334"/>
                </a:lnTo>
                <a:lnTo>
                  <a:pt x="3602" y="3358"/>
                </a:lnTo>
                <a:lnTo>
                  <a:pt x="3675" y="3407"/>
                </a:lnTo>
                <a:lnTo>
                  <a:pt x="3772" y="3407"/>
                </a:lnTo>
                <a:lnTo>
                  <a:pt x="3869" y="3358"/>
                </a:lnTo>
                <a:lnTo>
                  <a:pt x="3942" y="3261"/>
                </a:lnTo>
                <a:lnTo>
                  <a:pt x="3991" y="3139"/>
                </a:lnTo>
                <a:lnTo>
                  <a:pt x="4088" y="3017"/>
                </a:lnTo>
                <a:lnTo>
                  <a:pt x="4210" y="2920"/>
                </a:lnTo>
                <a:lnTo>
                  <a:pt x="4453" y="2677"/>
                </a:lnTo>
                <a:lnTo>
                  <a:pt x="4551" y="2774"/>
                </a:lnTo>
                <a:lnTo>
                  <a:pt x="4697" y="2871"/>
                </a:lnTo>
                <a:lnTo>
                  <a:pt x="4453" y="3017"/>
                </a:lnTo>
                <a:lnTo>
                  <a:pt x="4259" y="3139"/>
                </a:lnTo>
                <a:lnTo>
                  <a:pt x="4064" y="3285"/>
                </a:lnTo>
                <a:lnTo>
                  <a:pt x="3894" y="3455"/>
                </a:lnTo>
                <a:lnTo>
                  <a:pt x="3845" y="3553"/>
                </a:lnTo>
                <a:lnTo>
                  <a:pt x="3796" y="3650"/>
                </a:lnTo>
                <a:lnTo>
                  <a:pt x="3796" y="3747"/>
                </a:lnTo>
                <a:lnTo>
                  <a:pt x="3821" y="3869"/>
                </a:lnTo>
                <a:lnTo>
                  <a:pt x="3894" y="3918"/>
                </a:lnTo>
                <a:lnTo>
                  <a:pt x="3967" y="3942"/>
                </a:lnTo>
                <a:lnTo>
                  <a:pt x="4064" y="3918"/>
                </a:lnTo>
                <a:lnTo>
                  <a:pt x="4088" y="3893"/>
                </a:lnTo>
                <a:lnTo>
                  <a:pt x="4113" y="3869"/>
                </a:lnTo>
                <a:lnTo>
                  <a:pt x="4210" y="3723"/>
                </a:lnTo>
                <a:lnTo>
                  <a:pt x="4307" y="3577"/>
                </a:lnTo>
                <a:lnTo>
                  <a:pt x="4429" y="3480"/>
                </a:lnTo>
                <a:lnTo>
                  <a:pt x="4575" y="3382"/>
                </a:lnTo>
                <a:lnTo>
                  <a:pt x="4794" y="3236"/>
                </a:lnTo>
                <a:lnTo>
                  <a:pt x="5013" y="3090"/>
                </a:lnTo>
                <a:lnTo>
                  <a:pt x="5305" y="3285"/>
                </a:lnTo>
                <a:lnTo>
                  <a:pt x="4989" y="3504"/>
                </a:lnTo>
                <a:lnTo>
                  <a:pt x="4843" y="3601"/>
                </a:lnTo>
                <a:lnTo>
                  <a:pt x="4697" y="3723"/>
                </a:lnTo>
                <a:lnTo>
                  <a:pt x="4551" y="3869"/>
                </a:lnTo>
                <a:lnTo>
                  <a:pt x="4526" y="3942"/>
                </a:lnTo>
                <a:lnTo>
                  <a:pt x="4502" y="4015"/>
                </a:lnTo>
                <a:lnTo>
                  <a:pt x="4526" y="4064"/>
                </a:lnTo>
                <a:lnTo>
                  <a:pt x="4551" y="4112"/>
                </a:lnTo>
                <a:lnTo>
                  <a:pt x="4599" y="4137"/>
                </a:lnTo>
                <a:lnTo>
                  <a:pt x="4672" y="4137"/>
                </a:lnTo>
                <a:lnTo>
                  <a:pt x="4721" y="4112"/>
                </a:lnTo>
                <a:lnTo>
                  <a:pt x="4770" y="4064"/>
                </a:lnTo>
                <a:lnTo>
                  <a:pt x="4867" y="3966"/>
                </a:lnTo>
                <a:lnTo>
                  <a:pt x="5013" y="3845"/>
                </a:lnTo>
                <a:lnTo>
                  <a:pt x="5183" y="3723"/>
                </a:lnTo>
                <a:lnTo>
                  <a:pt x="5354" y="3601"/>
                </a:lnTo>
                <a:lnTo>
                  <a:pt x="5548" y="3455"/>
                </a:lnTo>
                <a:lnTo>
                  <a:pt x="5597" y="3504"/>
                </a:lnTo>
                <a:lnTo>
                  <a:pt x="5694" y="3528"/>
                </a:lnTo>
                <a:lnTo>
                  <a:pt x="5767" y="3528"/>
                </a:lnTo>
                <a:lnTo>
                  <a:pt x="5840" y="3480"/>
                </a:lnTo>
                <a:lnTo>
                  <a:pt x="5889" y="3407"/>
                </a:lnTo>
                <a:lnTo>
                  <a:pt x="6181" y="3285"/>
                </a:lnTo>
                <a:lnTo>
                  <a:pt x="6449" y="3188"/>
                </a:lnTo>
                <a:lnTo>
                  <a:pt x="6765" y="3090"/>
                </a:lnTo>
                <a:lnTo>
                  <a:pt x="7033" y="3017"/>
                </a:lnTo>
                <a:lnTo>
                  <a:pt x="7106" y="2993"/>
                </a:lnTo>
                <a:lnTo>
                  <a:pt x="7154" y="2969"/>
                </a:lnTo>
                <a:lnTo>
                  <a:pt x="7203" y="2896"/>
                </a:lnTo>
                <a:lnTo>
                  <a:pt x="7227" y="2847"/>
                </a:lnTo>
                <a:lnTo>
                  <a:pt x="7276" y="2701"/>
                </a:lnTo>
                <a:lnTo>
                  <a:pt x="7325" y="2531"/>
                </a:lnTo>
                <a:lnTo>
                  <a:pt x="7373" y="2190"/>
                </a:lnTo>
                <a:lnTo>
                  <a:pt x="7398" y="1509"/>
                </a:lnTo>
                <a:lnTo>
                  <a:pt x="7495" y="998"/>
                </a:lnTo>
                <a:lnTo>
                  <a:pt x="7519" y="730"/>
                </a:lnTo>
                <a:lnTo>
                  <a:pt x="7519" y="608"/>
                </a:lnTo>
                <a:lnTo>
                  <a:pt x="7519" y="487"/>
                </a:lnTo>
                <a:close/>
                <a:moveTo>
                  <a:pt x="8030" y="0"/>
                </a:moveTo>
                <a:lnTo>
                  <a:pt x="7641" y="49"/>
                </a:lnTo>
                <a:lnTo>
                  <a:pt x="7471" y="73"/>
                </a:lnTo>
                <a:lnTo>
                  <a:pt x="7300" y="122"/>
                </a:lnTo>
                <a:lnTo>
                  <a:pt x="7252" y="146"/>
                </a:lnTo>
                <a:lnTo>
                  <a:pt x="7203" y="195"/>
                </a:lnTo>
                <a:lnTo>
                  <a:pt x="7179" y="243"/>
                </a:lnTo>
                <a:lnTo>
                  <a:pt x="7179" y="292"/>
                </a:lnTo>
                <a:lnTo>
                  <a:pt x="7106" y="414"/>
                </a:lnTo>
                <a:lnTo>
                  <a:pt x="7033" y="535"/>
                </a:lnTo>
                <a:lnTo>
                  <a:pt x="6984" y="681"/>
                </a:lnTo>
                <a:lnTo>
                  <a:pt x="6960" y="827"/>
                </a:lnTo>
                <a:lnTo>
                  <a:pt x="6935" y="1168"/>
                </a:lnTo>
                <a:lnTo>
                  <a:pt x="6887" y="1436"/>
                </a:lnTo>
                <a:lnTo>
                  <a:pt x="6789" y="2020"/>
                </a:lnTo>
                <a:lnTo>
                  <a:pt x="6765" y="2312"/>
                </a:lnTo>
                <a:lnTo>
                  <a:pt x="6765" y="2604"/>
                </a:lnTo>
                <a:lnTo>
                  <a:pt x="6497" y="2701"/>
                </a:lnTo>
                <a:lnTo>
                  <a:pt x="6230" y="2798"/>
                </a:lnTo>
                <a:lnTo>
                  <a:pt x="5719" y="3042"/>
                </a:lnTo>
                <a:lnTo>
                  <a:pt x="4770" y="2385"/>
                </a:lnTo>
                <a:lnTo>
                  <a:pt x="4551" y="2214"/>
                </a:lnTo>
                <a:lnTo>
                  <a:pt x="4283" y="2020"/>
                </a:lnTo>
                <a:lnTo>
                  <a:pt x="4113" y="1922"/>
                </a:lnTo>
                <a:lnTo>
                  <a:pt x="3967" y="1874"/>
                </a:lnTo>
                <a:lnTo>
                  <a:pt x="3845" y="1825"/>
                </a:lnTo>
                <a:lnTo>
                  <a:pt x="3699" y="1825"/>
                </a:lnTo>
                <a:lnTo>
                  <a:pt x="3626" y="1776"/>
                </a:lnTo>
                <a:lnTo>
                  <a:pt x="3553" y="1776"/>
                </a:lnTo>
                <a:lnTo>
                  <a:pt x="3504" y="1801"/>
                </a:lnTo>
                <a:lnTo>
                  <a:pt x="3358" y="1849"/>
                </a:lnTo>
                <a:lnTo>
                  <a:pt x="3237" y="1898"/>
                </a:lnTo>
                <a:lnTo>
                  <a:pt x="2993" y="2068"/>
                </a:lnTo>
                <a:lnTo>
                  <a:pt x="2774" y="2287"/>
                </a:lnTo>
                <a:lnTo>
                  <a:pt x="2580" y="2506"/>
                </a:lnTo>
                <a:lnTo>
                  <a:pt x="2117" y="2969"/>
                </a:lnTo>
                <a:lnTo>
                  <a:pt x="1923" y="3212"/>
                </a:lnTo>
                <a:lnTo>
                  <a:pt x="1728" y="3455"/>
                </a:lnTo>
                <a:lnTo>
                  <a:pt x="1655" y="3504"/>
                </a:lnTo>
                <a:lnTo>
                  <a:pt x="1606" y="3553"/>
                </a:lnTo>
                <a:lnTo>
                  <a:pt x="1582" y="3601"/>
                </a:lnTo>
                <a:lnTo>
                  <a:pt x="1606" y="3699"/>
                </a:lnTo>
                <a:lnTo>
                  <a:pt x="1728" y="3942"/>
                </a:lnTo>
                <a:lnTo>
                  <a:pt x="1898" y="4161"/>
                </a:lnTo>
                <a:lnTo>
                  <a:pt x="2263" y="4599"/>
                </a:lnTo>
                <a:lnTo>
                  <a:pt x="2628" y="5110"/>
                </a:lnTo>
                <a:lnTo>
                  <a:pt x="2847" y="5329"/>
                </a:lnTo>
                <a:lnTo>
                  <a:pt x="3066" y="5548"/>
                </a:lnTo>
                <a:lnTo>
                  <a:pt x="2969" y="5670"/>
                </a:lnTo>
                <a:lnTo>
                  <a:pt x="2920" y="5791"/>
                </a:lnTo>
                <a:lnTo>
                  <a:pt x="2799" y="6035"/>
                </a:lnTo>
                <a:lnTo>
                  <a:pt x="2653" y="6400"/>
                </a:lnTo>
                <a:lnTo>
                  <a:pt x="2604" y="6594"/>
                </a:lnTo>
                <a:lnTo>
                  <a:pt x="2580" y="6813"/>
                </a:lnTo>
                <a:lnTo>
                  <a:pt x="2288" y="6813"/>
                </a:lnTo>
                <a:lnTo>
                  <a:pt x="1971" y="6838"/>
                </a:lnTo>
                <a:lnTo>
                  <a:pt x="1387" y="6935"/>
                </a:lnTo>
                <a:lnTo>
                  <a:pt x="1144" y="6984"/>
                </a:lnTo>
                <a:lnTo>
                  <a:pt x="828" y="7057"/>
                </a:lnTo>
                <a:lnTo>
                  <a:pt x="682" y="7105"/>
                </a:lnTo>
                <a:lnTo>
                  <a:pt x="536" y="7178"/>
                </a:lnTo>
                <a:lnTo>
                  <a:pt x="438" y="7251"/>
                </a:lnTo>
                <a:lnTo>
                  <a:pt x="365" y="7348"/>
                </a:lnTo>
                <a:lnTo>
                  <a:pt x="292" y="7373"/>
                </a:lnTo>
                <a:lnTo>
                  <a:pt x="244" y="7397"/>
                </a:lnTo>
                <a:lnTo>
                  <a:pt x="195" y="7446"/>
                </a:lnTo>
                <a:lnTo>
                  <a:pt x="171" y="7494"/>
                </a:lnTo>
                <a:lnTo>
                  <a:pt x="122" y="7640"/>
                </a:lnTo>
                <a:lnTo>
                  <a:pt x="98" y="7932"/>
                </a:lnTo>
                <a:lnTo>
                  <a:pt x="25" y="8857"/>
                </a:lnTo>
                <a:lnTo>
                  <a:pt x="0" y="9149"/>
                </a:lnTo>
                <a:lnTo>
                  <a:pt x="25" y="9514"/>
                </a:lnTo>
                <a:lnTo>
                  <a:pt x="49" y="9709"/>
                </a:lnTo>
                <a:lnTo>
                  <a:pt x="98" y="9879"/>
                </a:lnTo>
                <a:lnTo>
                  <a:pt x="171" y="10001"/>
                </a:lnTo>
                <a:lnTo>
                  <a:pt x="219" y="10049"/>
                </a:lnTo>
                <a:lnTo>
                  <a:pt x="268" y="10098"/>
                </a:lnTo>
                <a:lnTo>
                  <a:pt x="268" y="10171"/>
                </a:lnTo>
                <a:lnTo>
                  <a:pt x="292" y="10220"/>
                </a:lnTo>
                <a:lnTo>
                  <a:pt x="317" y="10268"/>
                </a:lnTo>
                <a:lnTo>
                  <a:pt x="390" y="10317"/>
                </a:lnTo>
                <a:lnTo>
                  <a:pt x="633" y="10414"/>
                </a:lnTo>
                <a:lnTo>
                  <a:pt x="925" y="10487"/>
                </a:lnTo>
                <a:lnTo>
                  <a:pt x="1193" y="10560"/>
                </a:lnTo>
                <a:lnTo>
                  <a:pt x="1485" y="10609"/>
                </a:lnTo>
                <a:lnTo>
                  <a:pt x="2069" y="10658"/>
                </a:lnTo>
                <a:lnTo>
                  <a:pt x="2653" y="10706"/>
                </a:lnTo>
                <a:lnTo>
                  <a:pt x="2750" y="10877"/>
                </a:lnTo>
                <a:lnTo>
                  <a:pt x="2823" y="11047"/>
                </a:lnTo>
                <a:lnTo>
                  <a:pt x="3018" y="11363"/>
                </a:lnTo>
                <a:lnTo>
                  <a:pt x="3261" y="11655"/>
                </a:lnTo>
                <a:lnTo>
                  <a:pt x="3066" y="11850"/>
                </a:lnTo>
                <a:lnTo>
                  <a:pt x="2872" y="12045"/>
                </a:lnTo>
                <a:lnTo>
                  <a:pt x="2507" y="12483"/>
                </a:lnTo>
                <a:lnTo>
                  <a:pt x="2117" y="12994"/>
                </a:lnTo>
                <a:lnTo>
                  <a:pt x="1947" y="13213"/>
                </a:lnTo>
                <a:lnTo>
                  <a:pt x="1874" y="13334"/>
                </a:lnTo>
                <a:lnTo>
                  <a:pt x="1825" y="13456"/>
                </a:lnTo>
                <a:lnTo>
                  <a:pt x="1825" y="13553"/>
                </a:lnTo>
                <a:lnTo>
                  <a:pt x="1850" y="13626"/>
                </a:lnTo>
                <a:lnTo>
                  <a:pt x="1850" y="13748"/>
                </a:lnTo>
                <a:lnTo>
                  <a:pt x="1874" y="13894"/>
                </a:lnTo>
                <a:lnTo>
                  <a:pt x="1947" y="14016"/>
                </a:lnTo>
                <a:lnTo>
                  <a:pt x="2020" y="14162"/>
                </a:lnTo>
                <a:lnTo>
                  <a:pt x="2215" y="14381"/>
                </a:lnTo>
                <a:lnTo>
                  <a:pt x="2385" y="14600"/>
                </a:lnTo>
                <a:lnTo>
                  <a:pt x="2653" y="14867"/>
                </a:lnTo>
                <a:lnTo>
                  <a:pt x="2920" y="15135"/>
                </a:lnTo>
                <a:lnTo>
                  <a:pt x="3188" y="15378"/>
                </a:lnTo>
                <a:lnTo>
                  <a:pt x="3504" y="15597"/>
                </a:lnTo>
                <a:lnTo>
                  <a:pt x="3553" y="15646"/>
                </a:lnTo>
                <a:lnTo>
                  <a:pt x="3675" y="15646"/>
                </a:lnTo>
                <a:lnTo>
                  <a:pt x="3723" y="15621"/>
                </a:lnTo>
                <a:lnTo>
                  <a:pt x="3845" y="15646"/>
                </a:lnTo>
                <a:lnTo>
                  <a:pt x="3967" y="15621"/>
                </a:lnTo>
                <a:lnTo>
                  <a:pt x="4113" y="15573"/>
                </a:lnTo>
                <a:lnTo>
                  <a:pt x="4234" y="15524"/>
                </a:lnTo>
                <a:lnTo>
                  <a:pt x="4478" y="15378"/>
                </a:lnTo>
                <a:lnTo>
                  <a:pt x="4697" y="15232"/>
                </a:lnTo>
                <a:lnTo>
                  <a:pt x="4964" y="14989"/>
                </a:lnTo>
                <a:lnTo>
                  <a:pt x="5232" y="14746"/>
                </a:lnTo>
                <a:lnTo>
                  <a:pt x="5743" y="14210"/>
                </a:lnTo>
                <a:lnTo>
                  <a:pt x="5865" y="14308"/>
                </a:lnTo>
                <a:lnTo>
                  <a:pt x="5986" y="14381"/>
                </a:lnTo>
                <a:lnTo>
                  <a:pt x="6254" y="14502"/>
                </a:lnTo>
                <a:lnTo>
                  <a:pt x="6595" y="14648"/>
                </a:lnTo>
                <a:lnTo>
                  <a:pt x="6789" y="14697"/>
                </a:lnTo>
                <a:lnTo>
                  <a:pt x="6887" y="14721"/>
                </a:lnTo>
                <a:lnTo>
                  <a:pt x="6984" y="14721"/>
                </a:lnTo>
                <a:lnTo>
                  <a:pt x="7033" y="14940"/>
                </a:lnTo>
                <a:lnTo>
                  <a:pt x="7081" y="15135"/>
                </a:lnTo>
                <a:lnTo>
                  <a:pt x="7154" y="15573"/>
                </a:lnTo>
                <a:lnTo>
                  <a:pt x="7203" y="16035"/>
                </a:lnTo>
                <a:lnTo>
                  <a:pt x="7203" y="16278"/>
                </a:lnTo>
                <a:lnTo>
                  <a:pt x="7203" y="16546"/>
                </a:lnTo>
                <a:lnTo>
                  <a:pt x="7227" y="16692"/>
                </a:lnTo>
                <a:lnTo>
                  <a:pt x="7252" y="16814"/>
                </a:lnTo>
                <a:lnTo>
                  <a:pt x="7325" y="16911"/>
                </a:lnTo>
                <a:lnTo>
                  <a:pt x="7398" y="16984"/>
                </a:lnTo>
                <a:lnTo>
                  <a:pt x="7422" y="17008"/>
                </a:lnTo>
                <a:lnTo>
                  <a:pt x="7471" y="17057"/>
                </a:lnTo>
                <a:lnTo>
                  <a:pt x="7568" y="17130"/>
                </a:lnTo>
                <a:lnTo>
                  <a:pt x="7690" y="17179"/>
                </a:lnTo>
                <a:lnTo>
                  <a:pt x="7811" y="17203"/>
                </a:lnTo>
                <a:lnTo>
                  <a:pt x="7957" y="17227"/>
                </a:lnTo>
                <a:lnTo>
                  <a:pt x="8249" y="17227"/>
                </a:lnTo>
                <a:lnTo>
                  <a:pt x="8492" y="17203"/>
                </a:lnTo>
                <a:lnTo>
                  <a:pt x="9198" y="17179"/>
                </a:lnTo>
                <a:lnTo>
                  <a:pt x="9904" y="17154"/>
                </a:lnTo>
                <a:lnTo>
                  <a:pt x="10001" y="17130"/>
                </a:lnTo>
                <a:lnTo>
                  <a:pt x="10098" y="17081"/>
                </a:lnTo>
                <a:lnTo>
                  <a:pt x="10147" y="16984"/>
                </a:lnTo>
                <a:lnTo>
                  <a:pt x="10147" y="16887"/>
                </a:lnTo>
                <a:lnTo>
                  <a:pt x="10171" y="16862"/>
                </a:lnTo>
                <a:lnTo>
                  <a:pt x="10269" y="16741"/>
                </a:lnTo>
                <a:lnTo>
                  <a:pt x="10317" y="16619"/>
                </a:lnTo>
                <a:lnTo>
                  <a:pt x="10366" y="16473"/>
                </a:lnTo>
                <a:lnTo>
                  <a:pt x="10390" y="16327"/>
                </a:lnTo>
                <a:lnTo>
                  <a:pt x="10463" y="15719"/>
                </a:lnTo>
                <a:lnTo>
                  <a:pt x="10561" y="15159"/>
                </a:lnTo>
                <a:lnTo>
                  <a:pt x="10561" y="14892"/>
                </a:lnTo>
                <a:lnTo>
                  <a:pt x="10561" y="14600"/>
                </a:lnTo>
                <a:lnTo>
                  <a:pt x="10707" y="14624"/>
                </a:lnTo>
                <a:lnTo>
                  <a:pt x="10877" y="14600"/>
                </a:lnTo>
                <a:lnTo>
                  <a:pt x="11169" y="14527"/>
                </a:lnTo>
                <a:lnTo>
                  <a:pt x="11291" y="14502"/>
                </a:lnTo>
                <a:lnTo>
                  <a:pt x="11437" y="14429"/>
                </a:lnTo>
                <a:lnTo>
                  <a:pt x="11583" y="14356"/>
                </a:lnTo>
                <a:lnTo>
                  <a:pt x="11680" y="14235"/>
                </a:lnTo>
                <a:lnTo>
                  <a:pt x="11826" y="14405"/>
                </a:lnTo>
                <a:lnTo>
                  <a:pt x="11996" y="14527"/>
                </a:lnTo>
                <a:lnTo>
                  <a:pt x="12313" y="14770"/>
                </a:lnTo>
                <a:lnTo>
                  <a:pt x="12897" y="15208"/>
                </a:lnTo>
                <a:lnTo>
                  <a:pt x="13505" y="15621"/>
                </a:lnTo>
                <a:lnTo>
                  <a:pt x="13578" y="15646"/>
                </a:lnTo>
                <a:lnTo>
                  <a:pt x="13651" y="15670"/>
                </a:lnTo>
                <a:lnTo>
                  <a:pt x="13724" y="15646"/>
                </a:lnTo>
                <a:lnTo>
                  <a:pt x="13797" y="15621"/>
                </a:lnTo>
                <a:lnTo>
                  <a:pt x="13846" y="15597"/>
                </a:lnTo>
                <a:lnTo>
                  <a:pt x="13870" y="15524"/>
                </a:lnTo>
                <a:lnTo>
                  <a:pt x="13919" y="15476"/>
                </a:lnTo>
                <a:lnTo>
                  <a:pt x="13919" y="15403"/>
                </a:lnTo>
                <a:lnTo>
                  <a:pt x="14138" y="15232"/>
                </a:lnTo>
                <a:lnTo>
                  <a:pt x="14332" y="15038"/>
                </a:lnTo>
                <a:lnTo>
                  <a:pt x="14722" y="14624"/>
                </a:lnTo>
                <a:lnTo>
                  <a:pt x="15208" y="14162"/>
                </a:lnTo>
                <a:lnTo>
                  <a:pt x="15427" y="13894"/>
                </a:lnTo>
                <a:lnTo>
                  <a:pt x="15622" y="13651"/>
                </a:lnTo>
                <a:lnTo>
                  <a:pt x="15671" y="13553"/>
                </a:lnTo>
                <a:lnTo>
                  <a:pt x="15671" y="13480"/>
                </a:lnTo>
                <a:lnTo>
                  <a:pt x="15695" y="13383"/>
                </a:lnTo>
                <a:lnTo>
                  <a:pt x="15671" y="13261"/>
                </a:lnTo>
                <a:lnTo>
                  <a:pt x="15500" y="12969"/>
                </a:lnTo>
                <a:lnTo>
                  <a:pt x="15330" y="12702"/>
                </a:lnTo>
                <a:lnTo>
                  <a:pt x="14941" y="12191"/>
                </a:lnTo>
                <a:lnTo>
                  <a:pt x="14795" y="11996"/>
                </a:lnTo>
                <a:lnTo>
                  <a:pt x="14649" y="11801"/>
                </a:lnTo>
                <a:lnTo>
                  <a:pt x="14454" y="11655"/>
                </a:lnTo>
                <a:lnTo>
                  <a:pt x="14259" y="11509"/>
                </a:lnTo>
                <a:lnTo>
                  <a:pt x="14430" y="11266"/>
                </a:lnTo>
                <a:lnTo>
                  <a:pt x="14576" y="10998"/>
                </a:lnTo>
                <a:lnTo>
                  <a:pt x="14673" y="10706"/>
                </a:lnTo>
                <a:lnTo>
                  <a:pt x="14722" y="10414"/>
                </a:lnTo>
                <a:lnTo>
                  <a:pt x="14843" y="10463"/>
                </a:lnTo>
                <a:lnTo>
                  <a:pt x="14965" y="10463"/>
                </a:lnTo>
                <a:lnTo>
                  <a:pt x="15257" y="10487"/>
                </a:lnTo>
                <a:lnTo>
                  <a:pt x="15768" y="10439"/>
                </a:lnTo>
                <a:lnTo>
                  <a:pt x="16352" y="10414"/>
                </a:lnTo>
                <a:lnTo>
                  <a:pt x="16619" y="10390"/>
                </a:lnTo>
                <a:lnTo>
                  <a:pt x="16911" y="10366"/>
                </a:lnTo>
                <a:lnTo>
                  <a:pt x="16984" y="10341"/>
                </a:lnTo>
                <a:lnTo>
                  <a:pt x="17057" y="10293"/>
                </a:lnTo>
                <a:lnTo>
                  <a:pt x="17082" y="10220"/>
                </a:lnTo>
                <a:lnTo>
                  <a:pt x="17106" y="10171"/>
                </a:lnTo>
                <a:lnTo>
                  <a:pt x="17179" y="10122"/>
                </a:lnTo>
                <a:lnTo>
                  <a:pt x="17252" y="10074"/>
                </a:lnTo>
                <a:lnTo>
                  <a:pt x="17301" y="10001"/>
                </a:lnTo>
                <a:lnTo>
                  <a:pt x="17301" y="9928"/>
                </a:lnTo>
                <a:lnTo>
                  <a:pt x="17301" y="8784"/>
                </a:lnTo>
                <a:lnTo>
                  <a:pt x="17301" y="8224"/>
                </a:lnTo>
                <a:lnTo>
                  <a:pt x="17252" y="7665"/>
                </a:lnTo>
                <a:lnTo>
                  <a:pt x="17228" y="7567"/>
                </a:lnTo>
                <a:lnTo>
                  <a:pt x="17155" y="7519"/>
                </a:lnTo>
                <a:lnTo>
                  <a:pt x="17082" y="7470"/>
                </a:lnTo>
                <a:lnTo>
                  <a:pt x="17009" y="7446"/>
                </a:lnTo>
                <a:lnTo>
                  <a:pt x="16960" y="7300"/>
                </a:lnTo>
                <a:lnTo>
                  <a:pt x="16863" y="7203"/>
                </a:lnTo>
                <a:lnTo>
                  <a:pt x="16741" y="7130"/>
                </a:lnTo>
                <a:lnTo>
                  <a:pt x="16619" y="7057"/>
                </a:lnTo>
                <a:lnTo>
                  <a:pt x="16473" y="7008"/>
                </a:lnTo>
                <a:lnTo>
                  <a:pt x="16303" y="6984"/>
                </a:lnTo>
                <a:lnTo>
                  <a:pt x="16035" y="6935"/>
                </a:lnTo>
                <a:lnTo>
                  <a:pt x="15427" y="6862"/>
                </a:lnTo>
                <a:lnTo>
                  <a:pt x="15087" y="6838"/>
                </a:lnTo>
                <a:lnTo>
                  <a:pt x="14795" y="6838"/>
                </a:lnTo>
                <a:lnTo>
                  <a:pt x="14770" y="6667"/>
                </a:lnTo>
                <a:lnTo>
                  <a:pt x="14770" y="6521"/>
                </a:lnTo>
                <a:lnTo>
                  <a:pt x="14697" y="6181"/>
                </a:lnTo>
                <a:lnTo>
                  <a:pt x="14673" y="6010"/>
                </a:lnTo>
                <a:lnTo>
                  <a:pt x="14600" y="5816"/>
                </a:lnTo>
                <a:lnTo>
                  <a:pt x="14527" y="5621"/>
                </a:lnTo>
                <a:lnTo>
                  <a:pt x="14430" y="5451"/>
                </a:lnTo>
                <a:lnTo>
                  <a:pt x="14576" y="5256"/>
                </a:lnTo>
                <a:lnTo>
                  <a:pt x="14697" y="5086"/>
                </a:lnTo>
                <a:lnTo>
                  <a:pt x="15111" y="4477"/>
                </a:lnTo>
                <a:lnTo>
                  <a:pt x="15354" y="4185"/>
                </a:lnTo>
                <a:lnTo>
                  <a:pt x="15598" y="3893"/>
                </a:lnTo>
                <a:lnTo>
                  <a:pt x="15646" y="3845"/>
                </a:lnTo>
                <a:lnTo>
                  <a:pt x="15671" y="3796"/>
                </a:lnTo>
                <a:lnTo>
                  <a:pt x="15671" y="3723"/>
                </a:lnTo>
                <a:lnTo>
                  <a:pt x="15671" y="3650"/>
                </a:lnTo>
                <a:lnTo>
                  <a:pt x="15646" y="3601"/>
                </a:lnTo>
                <a:lnTo>
                  <a:pt x="15646" y="3528"/>
                </a:lnTo>
                <a:lnTo>
                  <a:pt x="15646" y="3431"/>
                </a:lnTo>
                <a:lnTo>
                  <a:pt x="15622" y="3382"/>
                </a:lnTo>
                <a:lnTo>
                  <a:pt x="15549" y="3236"/>
                </a:lnTo>
                <a:lnTo>
                  <a:pt x="15354" y="2993"/>
                </a:lnTo>
                <a:lnTo>
                  <a:pt x="15062" y="2677"/>
                </a:lnTo>
                <a:lnTo>
                  <a:pt x="14746" y="2385"/>
                </a:lnTo>
                <a:lnTo>
                  <a:pt x="14503" y="2190"/>
                </a:lnTo>
                <a:lnTo>
                  <a:pt x="14235" y="1971"/>
                </a:lnTo>
                <a:lnTo>
                  <a:pt x="14065" y="1874"/>
                </a:lnTo>
                <a:lnTo>
                  <a:pt x="13919" y="1825"/>
                </a:lnTo>
                <a:lnTo>
                  <a:pt x="13748" y="1801"/>
                </a:lnTo>
                <a:lnTo>
                  <a:pt x="13554" y="1801"/>
                </a:lnTo>
                <a:lnTo>
                  <a:pt x="13481" y="1825"/>
                </a:lnTo>
                <a:lnTo>
                  <a:pt x="13189" y="1971"/>
                </a:lnTo>
                <a:lnTo>
                  <a:pt x="12921" y="2117"/>
                </a:lnTo>
                <a:lnTo>
                  <a:pt x="12653" y="2312"/>
                </a:lnTo>
                <a:lnTo>
                  <a:pt x="12410" y="2506"/>
                </a:lnTo>
                <a:lnTo>
                  <a:pt x="12094" y="2725"/>
                </a:lnTo>
                <a:lnTo>
                  <a:pt x="11923" y="2847"/>
                </a:lnTo>
                <a:lnTo>
                  <a:pt x="11777" y="2993"/>
                </a:lnTo>
                <a:lnTo>
                  <a:pt x="11558" y="2847"/>
                </a:lnTo>
                <a:lnTo>
                  <a:pt x="11291" y="2750"/>
                </a:lnTo>
                <a:lnTo>
                  <a:pt x="11023" y="2652"/>
                </a:lnTo>
                <a:lnTo>
                  <a:pt x="10755" y="2628"/>
                </a:lnTo>
                <a:lnTo>
                  <a:pt x="10755" y="2604"/>
                </a:lnTo>
                <a:lnTo>
                  <a:pt x="10682" y="2458"/>
                </a:lnTo>
                <a:lnTo>
                  <a:pt x="10634" y="2287"/>
                </a:lnTo>
                <a:lnTo>
                  <a:pt x="10561" y="1922"/>
                </a:lnTo>
                <a:lnTo>
                  <a:pt x="10585" y="1922"/>
                </a:lnTo>
                <a:lnTo>
                  <a:pt x="10609" y="1874"/>
                </a:lnTo>
                <a:lnTo>
                  <a:pt x="10609" y="1825"/>
                </a:lnTo>
                <a:lnTo>
                  <a:pt x="10585" y="1752"/>
                </a:lnTo>
                <a:lnTo>
                  <a:pt x="10536" y="1703"/>
                </a:lnTo>
                <a:lnTo>
                  <a:pt x="10463" y="1095"/>
                </a:lnTo>
                <a:lnTo>
                  <a:pt x="10439" y="779"/>
                </a:lnTo>
                <a:lnTo>
                  <a:pt x="10366" y="487"/>
                </a:lnTo>
                <a:lnTo>
                  <a:pt x="10390" y="438"/>
                </a:lnTo>
                <a:lnTo>
                  <a:pt x="10415" y="389"/>
                </a:lnTo>
                <a:lnTo>
                  <a:pt x="10439" y="316"/>
                </a:lnTo>
                <a:lnTo>
                  <a:pt x="10415" y="268"/>
                </a:lnTo>
                <a:lnTo>
                  <a:pt x="10390" y="195"/>
                </a:lnTo>
                <a:lnTo>
                  <a:pt x="10342" y="146"/>
                </a:lnTo>
                <a:lnTo>
                  <a:pt x="10293" y="122"/>
                </a:lnTo>
                <a:lnTo>
                  <a:pt x="10196" y="97"/>
                </a:lnTo>
                <a:lnTo>
                  <a:pt x="9855" y="73"/>
                </a:lnTo>
                <a:lnTo>
                  <a:pt x="9490" y="49"/>
                </a:lnTo>
                <a:lnTo>
                  <a:pt x="8760" y="49"/>
                </a:lnTo>
                <a:lnTo>
                  <a:pt x="8395" y="24"/>
                </a:lnTo>
                <a:lnTo>
                  <a:pt x="8030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80" y="4043032"/>
            <a:ext cx="457188" cy="28274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0713" y="4426194"/>
            <a:ext cx="330263" cy="308543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2439" y="4865561"/>
            <a:ext cx="309393" cy="26340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7589" y="2394629"/>
            <a:ext cx="364243" cy="28248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0507" y="3612717"/>
            <a:ext cx="410158" cy="292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/>
          <a:srcRect l="9160" t="3885" r="18202" b="3437"/>
          <a:stretch/>
        </p:blipFill>
        <p:spPr>
          <a:xfrm>
            <a:off x="1220580" y="3187559"/>
            <a:ext cx="230528" cy="3020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73962" y="5303220"/>
            <a:ext cx="54036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Fig. 4: Prototype Implementation of the Proposed Smart Glove System</a:t>
            </a:r>
          </a:p>
        </p:txBody>
      </p:sp>
    </p:spTree>
    <p:extLst>
      <p:ext uri="{BB962C8B-B14F-4D97-AF65-F5344CB8AC3E}">
        <p14:creationId xmlns:p14="http://schemas.microsoft.com/office/powerpoint/2010/main" val="344689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| Parameter       | Result   || --------------- | -------- || Detection Range | 2–400 cm || GPS Accuracy    | ±3–5 m   || Bluetooth Range | ~10 m    || Response Time   | &lt;1 s     || Fire Detection  | Instant  |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546844" y="210026"/>
            <a:ext cx="72603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Experimental Results &amp; Performance Analysis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897380"/>
            <a:ext cx="5595486" cy="30841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027880"/>
              </p:ext>
            </p:extLst>
          </p:nvPr>
        </p:nvGraphicFramePr>
        <p:xfrm>
          <a:off x="852424" y="2147518"/>
          <a:ext cx="4231640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244">
                <a:tc>
                  <a:txBody>
                    <a:bodyPr/>
                    <a:lstStyle/>
                    <a:p>
                      <a:r>
                        <a:rPr lang="en-US" b="1"/>
                        <a:t>Parameter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Result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r>
                        <a:rPr lang="en-US"/>
                        <a:t>Detection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2–400 cm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r>
                        <a:rPr lang="en-US"/>
                        <a:t>GPS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±3–5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r>
                        <a:rPr lang="en-US"/>
                        <a:t>Bluetooth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~10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r>
                        <a:rPr lang="en-US"/>
                        <a:t>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&lt; 1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r>
                        <a:rPr lang="en-US"/>
                        <a:t>Fire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11707" y="5013510"/>
            <a:ext cx="5008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Fig 5: Ultrasonic sensor distance versus time with safety thresholds and emergency events.</a:t>
            </a:r>
          </a:p>
        </p:txBody>
      </p:sp>
    </p:spTree>
    <p:extLst>
      <p:ext uri="{BB962C8B-B14F-4D97-AF65-F5344CB8AC3E}">
        <p14:creationId xmlns:p14="http://schemas.microsoft.com/office/powerpoint/2010/main" val="145687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Integrate AI-based object recognition for better obstacle identification🔹 Add camera and advanced sensors for improved navigation accuracy🔹 Implement voice guidance system for real-time navigation assistance🔹 Introduce vibration-based feedback for use in noisy environments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68152" y="456247"/>
            <a:ext cx="46177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Future Work</a:t>
            </a:r>
          </a:p>
        </p:txBody>
      </p:sp>
      <p:sp>
        <p:nvSpPr>
          <p:cNvPr id="7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1274706"/>
            <a:ext cx="4919472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274706"/>
            <a:ext cx="491947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14114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b="1" kern="0" dirty="0">
                <a:solidFill>
                  <a:srgbClr val="0EA5E9"/>
                </a:solidFill>
                <a:ea typeface="Calibri" pitchFamily="34" charset="-122"/>
                <a:cs typeface="Calibri" pitchFamily="34" charset="-120"/>
              </a:rPr>
              <a:t>AI-Based Object Recognition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68680" y="1705436"/>
            <a:ext cx="4572000" cy="91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3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Integrate artificial intelligence techniques to improve obstacle detection and recognition accuracy.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731520" y="3889629"/>
            <a:ext cx="4919472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731520" y="3889629"/>
            <a:ext cx="4919472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868680" y="40085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b="1" kern="0" dirty="0">
                <a:solidFill>
                  <a:srgbClr val="FF9900"/>
                </a:solidFill>
                <a:ea typeface="Calibri" pitchFamily="34" charset="-122"/>
                <a:cs typeface="Calibri" pitchFamily="34" charset="-120"/>
              </a:rPr>
              <a:t>Advanced Sensor Integration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</a:endParaRPr>
          </a:p>
        </p:txBody>
      </p:sp>
      <p:sp>
        <p:nvSpPr>
          <p:cNvPr id="24" name="Text 15"/>
          <p:cNvSpPr/>
          <p:nvPr/>
        </p:nvSpPr>
        <p:spPr>
          <a:xfrm>
            <a:off x="868680" y="4291964"/>
            <a:ext cx="4572000" cy="91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3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Add cameras and enhanced sensors to provide more reliable navigation and environmental awareness.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6241020" y="1274706"/>
            <a:ext cx="4919472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13"/>
          <p:cNvSpPr/>
          <p:nvPr/>
        </p:nvSpPr>
        <p:spPr>
          <a:xfrm>
            <a:off x="6241020" y="1274706"/>
            <a:ext cx="4919472" cy="54864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7" name="Text 14"/>
          <p:cNvSpPr/>
          <p:nvPr/>
        </p:nvSpPr>
        <p:spPr>
          <a:xfrm>
            <a:off x="6378180" y="1393577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b="1" kern="0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Voice Guidance System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378180" y="1681613"/>
            <a:ext cx="4572000" cy="91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3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Implement real-time voice assistance to help users navigate safely and independently.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241020" y="3889629"/>
            <a:ext cx="4919472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13"/>
          <p:cNvSpPr/>
          <p:nvPr/>
        </p:nvSpPr>
        <p:spPr>
          <a:xfrm>
            <a:off x="6241020" y="3893058"/>
            <a:ext cx="4919472" cy="5486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1" name="Text 14"/>
          <p:cNvSpPr/>
          <p:nvPr/>
        </p:nvSpPr>
        <p:spPr>
          <a:xfrm>
            <a:off x="6378180" y="40176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b="1" kern="0" dirty="0">
                <a:solidFill>
                  <a:srgbClr val="7030A0"/>
                </a:solidFill>
                <a:ea typeface="Calibri" pitchFamily="34" charset="-122"/>
                <a:cs typeface="Calibri" pitchFamily="34" charset="-120"/>
              </a:rPr>
              <a:t>Mobile Monitoring Application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</p:txBody>
      </p:sp>
      <p:sp>
        <p:nvSpPr>
          <p:cNvPr id="32" name="Text 15"/>
          <p:cNvSpPr/>
          <p:nvPr/>
        </p:nvSpPr>
        <p:spPr>
          <a:xfrm>
            <a:off x="6378180" y="4305680"/>
            <a:ext cx="4572000" cy="91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US" sz="1300" kern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Develop a mobile app for caregiver tracking, emergency alerts, and user status monitoring.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3722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4523" r="102"/>
          <a:stretch/>
        </p:blipFill>
        <p:spPr>
          <a:xfrm>
            <a:off x="1866197" y="1389887"/>
            <a:ext cx="8612827" cy="491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7492" y="308901"/>
            <a:ext cx="35570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6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7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15269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84320" y="495206"/>
            <a:ext cx="40233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352675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42248" y="2677160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228" y="2482615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[1]</a:t>
            </a: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Latif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et al., “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VisionFree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Obstacle Detection and Alert System Using Smart Knee Gloves,” Spectrum of Engineering Sciences, 2025.</a:t>
            </a: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86342" y="2352675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961857" y="2677160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6838" y="2482615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[2]</a:t>
            </a: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Hummadi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et al., “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Arduino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-Based Sensor System for Safe Mobility of People with Visual Impairments,” FRUCT, 2024.</a:t>
            </a: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6733" y="3286125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42248" y="3610610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228" y="3416066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[3]</a:t>
            </a: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Vijay et al., “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IoT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Enabled Smart Gloves Design Using ESP8266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WiFi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Assisted Controller,” ACCAI, 2024.</a:t>
            </a: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86342" y="3286125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961857" y="3610610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6838" y="3416066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[4]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Beri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et al., “Review of Smart Glove Technologies for Visual Impairment Assistance,”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EmergIN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, 2024.</a:t>
            </a: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66733" y="4229100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42248" y="455358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228" y="4256448"/>
            <a:ext cx="4895727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[5]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Ketcham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and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Ganokratanaa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, “Intelligent Gloves for Assisting Individuals with Visual Impairment,” IJOE, 2023.</a:t>
            </a:r>
          </a:p>
          <a:p>
            <a:pPr>
              <a:lnSpc>
                <a:spcPts val="1625"/>
              </a:lnSpc>
            </a:pP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86342" y="4229100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961857" y="455358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6838" y="4266387"/>
            <a:ext cx="4895727" cy="706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[6]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Raj et al., “Smart Glove: A Monitoring System for Disabled Patients,” IJAIOTCC, 2022.</a:t>
            </a:r>
          </a:p>
          <a:p>
            <a:pPr>
              <a:lnSpc>
                <a:spcPts val="1625"/>
              </a:lnSpc>
            </a:pP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6733" y="5162550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42248" y="548703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228" y="5292491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[7]</a:t>
            </a:r>
            <a:r>
              <a:rPr lang="en-US" sz="1076" b="1" dirty="0">
                <a:solidFill>
                  <a:srgbClr val="666666"/>
                </a:solidFill>
                <a:latin typeface="Arial"/>
              </a:rPr>
              <a:t> </a:t>
            </a:r>
            <a:r>
              <a:rPr lang="en-US" sz="1076" dirty="0" err="1">
                <a:latin typeface="Arial"/>
              </a:rPr>
              <a:t>Rozali</a:t>
            </a:r>
            <a:r>
              <a:rPr lang="en-US" sz="1076" dirty="0">
                <a:latin typeface="Arial"/>
              </a:rPr>
              <a:t> et al., “Development of Smart Glove System for Blind People,” IJEEAS, 2021.</a:t>
            </a:r>
            <a:endParaRPr sz="1076" dirty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86342" y="5162550"/>
            <a:ext cx="5238619" cy="781050"/>
          </a:xfrm>
          <a:prstGeom prst="roundRect">
            <a:avLst>
              <a:gd name="adj" fmla="val 1951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961857" y="5487035"/>
            <a:ext cx="781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E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6838" y="5292491"/>
            <a:ext cx="4895727" cy="52116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25"/>
              </a:lnSpc>
            </a:pP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076" b="1" dirty="0">
                <a:solidFill>
                  <a:srgbClr val="666666"/>
                </a:solidFill>
                <a:latin typeface="Arial"/>
              </a:rPr>
              <a:t>[8]</a:t>
            </a:r>
            <a:r>
              <a:rPr sz="1076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Sai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Sumanjali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et al., “</a:t>
            </a:r>
            <a:r>
              <a:rPr lang="en-US" sz="1076" dirty="0" err="1">
                <a:solidFill>
                  <a:srgbClr val="222222"/>
                </a:solidFill>
                <a:latin typeface="Arial"/>
              </a:rPr>
              <a:t>Arduino</a:t>
            </a:r>
            <a:r>
              <a:rPr lang="en-US" sz="1076" dirty="0">
                <a:solidFill>
                  <a:srgbClr val="222222"/>
                </a:solidFill>
                <a:latin typeface="Arial"/>
              </a:rPr>
              <a:t> Based Smart Glove for Visually Impaired,” ICECA, 2021.</a:t>
            </a:r>
            <a:endParaRPr sz="1076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0" y="6531624"/>
            <a:ext cx="12192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74320" y="6549912"/>
            <a:ext cx="10680192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HandNav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: An </a:t>
            </a:r>
            <a:r>
              <a:rPr lang="en-US" sz="1000" kern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kern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-Based Smart Navigation Glove for Visually Impaired People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|  PECCII 2026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Text 30"/>
          <p:cNvSpPr/>
          <p:nvPr/>
        </p:nvSpPr>
        <p:spPr>
          <a:xfrm>
            <a:off x="9079865" y="65636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Joya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et al.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68737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560" y="-671743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rgbClr val="FFFFFF"/>
                </a:solidFill>
                <a:latin typeface="+mj-lt"/>
              </a:rPr>
              <a:t>Thank you!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infopath/2007/PartnerControls"/>
    <ds:schemaRef ds:uri="71af3243-3dd4-4a8d-8c0d-dd76da1f02a5"/>
    <ds:schemaRef ds:uri="http://purl.org/dc/elements/1.1/"/>
    <ds:schemaRef ds:uri="http://purl.org/dc/terms/"/>
    <ds:schemaRef ds:uri="http://purl.org/dc/dcmitype/"/>
    <ds:schemaRef ds:uri="16c05727-aa75-4e4a-9b5f-8a80a1165891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712</TotalTime>
  <Words>1218</Words>
  <Application>Microsoft Office PowerPoint</Application>
  <PresentationFormat>Widescreen</PresentationFormat>
  <Paragraphs>201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RetrospectVTI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Joya Rani Saha</dc:creator>
  <cp:lastModifiedBy>Joya Rani Saha</cp:lastModifiedBy>
  <cp:revision>124</cp:revision>
  <dcterms:created xsi:type="dcterms:W3CDTF">2026-01-24T15:29:32Z</dcterms:created>
  <dcterms:modified xsi:type="dcterms:W3CDTF">2026-09-14T10:39:02Z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